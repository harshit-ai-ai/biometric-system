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4" r:id="rId5"/>
    <p:sldId id="265" r:id="rId6"/>
  </p:sldIdLst>
  <p:sldSz cx="7578725" cy="107521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366" userDrawn="1">
          <p15:clr>
            <a:srgbClr val="A4A3A4"/>
          </p15:clr>
        </p15:guide>
        <p15:guide id="2" pos="241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jKqcMfcrKVkIDr10XV+bu07mnNT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504434-7B11-17FE-CDE6-CB12D151F112}" name="Thilak Bangera" initials="TB" userId="Thilak Bangera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ak Lavet Pereira" initials="DP" lastIdx="2" clrIdx="0">
    <p:extLst>
      <p:ext uri="{19B8F6BF-5375-455C-9EA6-DF929625EA0E}">
        <p15:presenceInfo xmlns:p15="http://schemas.microsoft.com/office/powerpoint/2012/main" userId="5956bf7dab47651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2635" y="43"/>
      </p:cViewPr>
      <p:guideLst>
        <p:guide orient="horz" pos="2366"/>
        <p:guide pos="24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4862570-A5AC-2988-1E23-6EA04D77E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>
            <a:extLst>
              <a:ext uri="{FF2B5EF4-FFF2-40B4-BE49-F238E27FC236}">
                <a16:creationId xmlns:a16="http://schemas.microsoft.com/office/drawing/2014/main" id="{258724D0-2871-A806-140A-68A541D99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2:notes">
            <a:extLst>
              <a:ext uri="{FF2B5EF4-FFF2-40B4-BE49-F238E27FC236}">
                <a16:creationId xmlns:a16="http://schemas.microsoft.com/office/drawing/2014/main" id="{521B9A4F-43EE-7C92-B569-FF05BBD26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4746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20A6BAA-8902-67F3-1E19-BDED1AFA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>
            <a:extLst>
              <a:ext uri="{FF2B5EF4-FFF2-40B4-BE49-F238E27FC236}">
                <a16:creationId xmlns:a16="http://schemas.microsoft.com/office/drawing/2014/main" id="{C3086156-FB9B-F44E-5440-A0CAA737EE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p2:notes">
            <a:extLst>
              <a:ext uri="{FF2B5EF4-FFF2-40B4-BE49-F238E27FC236}">
                <a16:creationId xmlns:a16="http://schemas.microsoft.com/office/drawing/2014/main" id="{D8D58C6C-0C5F-DA6D-76A4-F4DF42A37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20913" y="685800"/>
            <a:ext cx="2416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104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568405" y="1759668"/>
            <a:ext cx="6441916" cy="374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73"/>
              <a:buFont typeface="Calibri"/>
              <a:buNone/>
              <a:defRPr sz="497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947341" y="5647362"/>
            <a:ext cx="5684044" cy="2595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989"/>
              <a:buNone/>
              <a:defRPr sz="1989"/>
            </a:lvl1pPr>
            <a:lvl2pPr lvl="1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None/>
              <a:defRPr sz="1658"/>
            </a:lvl2pPr>
            <a:lvl3pPr lvl="2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None/>
              <a:defRPr sz="1492"/>
            </a:lvl3pPr>
            <a:lvl4pPr lvl="3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4pPr>
            <a:lvl5pPr lvl="4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5pPr>
            <a:lvl6pPr lvl="5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6pPr>
            <a:lvl7pPr lvl="6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7pPr>
            <a:lvl8pPr lvl="7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8pPr>
            <a:lvl9pPr lvl="8" algn="ctr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521038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521037" y="2862259"/>
            <a:ext cx="3220958" cy="682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body" idx="2"/>
          </p:nvPr>
        </p:nvSpPr>
        <p:spPr>
          <a:xfrm>
            <a:off x="3836730" y="2862259"/>
            <a:ext cx="3220958" cy="682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522025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522026" y="2635768"/>
            <a:ext cx="3206155" cy="1291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989"/>
              <a:buNone/>
              <a:defRPr sz="1989" b="1"/>
            </a:lvl1pPr>
            <a:lvl2pPr marL="914400" lvl="1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None/>
              <a:defRPr sz="1658" b="1"/>
            </a:lvl2pPr>
            <a:lvl3pPr marL="1371600" lvl="2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None/>
              <a:defRPr sz="1492" b="1"/>
            </a:lvl3pPr>
            <a:lvl4pPr marL="1828800" lvl="3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4pPr>
            <a:lvl5pPr marL="2286000" lvl="4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5pPr>
            <a:lvl6pPr marL="2743200" lvl="5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6pPr>
            <a:lvl7pPr marL="3200400" lvl="6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7pPr>
            <a:lvl8pPr marL="3657600" lvl="7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8pPr>
            <a:lvl9pPr marL="4114800" lvl="8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2"/>
          </p:nvPr>
        </p:nvSpPr>
        <p:spPr>
          <a:xfrm>
            <a:off x="522026" y="3927517"/>
            <a:ext cx="3206155" cy="577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3"/>
          </p:nvPr>
        </p:nvSpPr>
        <p:spPr>
          <a:xfrm>
            <a:off x="3836730" y="2635768"/>
            <a:ext cx="3221945" cy="1291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989"/>
              <a:buNone/>
              <a:defRPr sz="1989" b="1"/>
            </a:lvl1pPr>
            <a:lvl2pPr marL="914400" lvl="1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None/>
              <a:defRPr sz="1658" b="1"/>
            </a:lvl2pPr>
            <a:lvl3pPr marL="1371600" lvl="2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None/>
              <a:defRPr sz="1492" b="1"/>
            </a:lvl3pPr>
            <a:lvl4pPr marL="1828800" lvl="3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4pPr>
            <a:lvl5pPr marL="2286000" lvl="4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5pPr>
            <a:lvl6pPr marL="2743200" lvl="5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6pPr>
            <a:lvl7pPr marL="3200400" lvl="6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7pPr>
            <a:lvl8pPr marL="3657600" lvl="7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8pPr>
            <a:lvl9pPr marL="4114800" lvl="8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 b="1"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4"/>
          </p:nvPr>
        </p:nvSpPr>
        <p:spPr>
          <a:xfrm>
            <a:off x="3836730" y="3927517"/>
            <a:ext cx="3221945" cy="577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521038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522025" y="716809"/>
            <a:ext cx="2444336" cy="250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2"/>
              <a:buFont typeface="Calibri"/>
              <a:buNone/>
              <a:defRPr sz="265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3221945" y="1548111"/>
            <a:ext cx="3836730" cy="764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002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2652"/>
              <a:buChar char="•"/>
              <a:defRPr sz="2652"/>
            </a:lvl1pPr>
            <a:lvl2pPr marL="914400" lvl="1" indent="-375983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2321"/>
              <a:buChar char="•"/>
              <a:defRPr sz="2321"/>
            </a:lvl2pPr>
            <a:lvl3pPr marL="1371600" lvl="2" indent="-354901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989"/>
              <a:buChar char="•"/>
              <a:defRPr sz="1989"/>
            </a:lvl3pPr>
            <a:lvl4pPr marL="1828800" lvl="3" indent="-333883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4pPr>
            <a:lvl5pPr marL="2286000" lvl="4" indent="-333882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5pPr>
            <a:lvl6pPr marL="2743200" lvl="5" indent="-333882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6pPr>
            <a:lvl7pPr marL="3200400" lvl="6" indent="-333882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7pPr>
            <a:lvl8pPr marL="3657600" lvl="7" indent="-333883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8pPr>
            <a:lvl9pPr marL="4114800" lvl="8" indent="-333883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Char char="•"/>
              <a:defRPr sz="1658"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2"/>
          </p:nvPr>
        </p:nvSpPr>
        <p:spPr>
          <a:xfrm>
            <a:off x="522025" y="3225641"/>
            <a:ext cx="2444336" cy="5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1pPr>
            <a:lvl2pPr marL="914400" lvl="1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160"/>
              <a:buNone/>
              <a:defRPr sz="1160"/>
            </a:lvl2pPr>
            <a:lvl3pPr marL="1371600" lvl="2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995"/>
              <a:buNone/>
              <a:defRPr sz="995"/>
            </a:lvl3pPr>
            <a:lvl4pPr marL="1828800" lvl="3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4pPr>
            <a:lvl5pPr marL="2286000" lvl="4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5pPr>
            <a:lvl6pPr marL="2743200" lvl="5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6pPr>
            <a:lvl7pPr marL="3200400" lvl="6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7pPr>
            <a:lvl8pPr marL="3657600" lvl="7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8pPr>
            <a:lvl9pPr marL="4114800" lvl="8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522025" y="716809"/>
            <a:ext cx="2444336" cy="250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2"/>
              <a:buFont typeface="Calibri"/>
              <a:buNone/>
              <a:defRPr sz="265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>
            <a:spLocks noGrp="1"/>
          </p:cNvSpPr>
          <p:nvPr>
            <p:ph type="pic" idx="2"/>
          </p:nvPr>
        </p:nvSpPr>
        <p:spPr>
          <a:xfrm>
            <a:off x="3221945" y="1548111"/>
            <a:ext cx="3836730" cy="7640987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6"/>
          <p:cNvSpPr txBox="1">
            <a:spLocks noGrp="1"/>
          </p:cNvSpPr>
          <p:nvPr>
            <p:ph type="body" idx="1"/>
          </p:nvPr>
        </p:nvSpPr>
        <p:spPr>
          <a:xfrm>
            <a:off x="522025" y="3225641"/>
            <a:ext cx="2444336" cy="59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326"/>
              <a:buNone/>
              <a:defRPr sz="1326"/>
            </a:lvl1pPr>
            <a:lvl2pPr marL="914400" lvl="1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160"/>
              <a:buNone/>
              <a:defRPr sz="1160"/>
            </a:lvl2pPr>
            <a:lvl3pPr marL="1371600" lvl="2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995"/>
              <a:buNone/>
              <a:defRPr sz="995"/>
            </a:lvl3pPr>
            <a:lvl4pPr marL="1828800" lvl="3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4pPr>
            <a:lvl5pPr marL="2286000" lvl="4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5pPr>
            <a:lvl6pPr marL="2743200" lvl="5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6pPr>
            <a:lvl7pPr marL="3200400" lvl="6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7pPr>
            <a:lvl8pPr marL="3657600" lvl="7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8pPr>
            <a:lvl9pPr marL="4114800" lvl="8" indent="-2286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829"/>
              <a:buNone/>
              <a:defRPr sz="829"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521038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 rot="5400000">
            <a:off x="378297" y="3005001"/>
            <a:ext cx="6822133" cy="65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 rot="5400000">
            <a:off x="1684637" y="4311341"/>
            <a:ext cx="9111940" cy="163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-1631055" y="2724545"/>
            <a:ext cx="9111940" cy="4807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521038" y="572454"/>
            <a:ext cx="6536650" cy="207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47"/>
              <a:buFont typeface="Calibri"/>
              <a:buNone/>
              <a:defRPr sz="36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521038" y="2862259"/>
            <a:ext cx="6536650" cy="682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5983" algn="l" rtl="0">
              <a:lnSpc>
                <a:spcPct val="90000"/>
              </a:lnSpc>
              <a:spcBef>
                <a:spcPts val="829"/>
              </a:spcBef>
              <a:spcAft>
                <a:spcPts val="0"/>
              </a:spcAft>
              <a:buClr>
                <a:schemeClr val="dk1"/>
              </a:buClr>
              <a:buSzPts val="2321"/>
              <a:buFont typeface="Arial"/>
              <a:buChar char="•"/>
              <a:defRPr sz="232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4901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989"/>
              <a:buFont typeface="Arial"/>
              <a:buChar char="•"/>
              <a:defRPr sz="198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3883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658"/>
              <a:buFont typeface="Arial"/>
              <a:buChar char="•"/>
              <a:defRPr sz="16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342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342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342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342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341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341" algn="l" rtl="0">
              <a:lnSpc>
                <a:spcPct val="90000"/>
              </a:lnSpc>
              <a:spcBef>
                <a:spcPts val="414"/>
              </a:spcBef>
              <a:spcAft>
                <a:spcPts val="0"/>
              </a:spcAft>
              <a:buClr>
                <a:schemeClr val="dk1"/>
              </a:buClr>
              <a:buSzPts val="1492"/>
              <a:buFont typeface="Arial"/>
              <a:buChar char="•"/>
              <a:defRPr sz="149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521037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2510453" y="9965641"/>
            <a:ext cx="2557820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5352475" y="9965641"/>
            <a:ext cx="1705213" cy="5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5"/>
              <a:buFont typeface="Arial"/>
              <a:buNone/>
              <a:defRPr sz="99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"/>
          <p:cNvGrpSpPr/>
          <p:nvPr/>
        </p:nvGrpSpPr>
        <p:grpSpPr>
          <a:xfrm>
            <a:off x="4539916" y="18510"/>
            <a:ext cx="2924659" cy="609601"/>
            <a:chOff x="3962400" y="381000"/>
            <a:chExt cx="2179507" cy="609601"/>
          </a:xfrm>
        </p:grpSpPr>
        <p:sp>
          <p:nvSpPr>
            <p:cNvPr id="82" name="Google Shape;82;p1"/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PAGES:05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83" name="Google Shape;83;p1"/>
            <p:cNvSpPr txBox="1"/>
            <p:nvPr/>
          </p:nvSpPr>
          <p:spPr>
            <a:xfrm>
              <a:off x="4038599" y="652047"/>
              <a:ext cx="129676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01</a:t>
              </a:r>
              <a:endParaRPr sz="16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84" name="Google Shape;84;p1"/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902B85-E107-0D30-6050-D8296831FF34}"/>
              </a:ext>
            </a:extLst>
          </p:cNvPr>
          <p:cNvGrpSpPr/>
          <p:nvPr/>
        </p:nvGrpSpPr>
        <p:grpSpPr>
          <a:xfrm>
            <a:off x="1358974" y="3015918"/>
            <a:ext cx="5392345" cy="2637566"/>
            <a:chOff x="1227921" y="4123601"/>
            <a:chExt cx="7537979" cy="2084526"/>
          </a:xfrm>
        </p:grpSpPr>
        <p:grpSp>
          <p:nvGrpSpPr>
            <p:cNvPr id="85" name="Google Shape;85;p1"/>
            <p:cNvGrpSpPr/>
            <p:nvPr/>
          </p:nvGrpSpPr>
          <p:grpSpPr>
            <a:xfrm>
              <a:off x="1227921" y="4123601"/>
              <a:ext cx="4576312" cy="2084526"/>
              <a:chOff x="-1444368" y="4189415"/>
              <a:chExt cx="5877666" cy="2825845"/>
            </a:xfrm>
          </p:grpSpPr>
          <p:grpSp>
            <p:nvGrpSpPr>
              <p:cNvPr id="86" name="Google Shape;86;p1"/>
              <p:cNvGrpSpPr/>
              <p:nvPr/>
            </p:nvGrpSpPr>
            <p:grpSpPr>
              <a:xfrm>
                <a:off x="-1444368" y="4189415"/>
                <a:ext cx="5877666" cy="1574189"/>
                <a:chOff x="-1662042" y="4140943"/>
                <a:chExt cx="6085076" cy="1534576"/>
              </a:xfrm>
            </p:grpSpPr>
            <p:sp>
              <p:nvSpPr>
                <p:cNvPr id="87" name="Google Shape;87;p1"/>
                <p:cNvSpPr/>
                <p:nvPr/>
              </p:nvSpPr>
              <p:spPr>
                <a:xfrm>
                  <a:off x="1843859" y="4140943"/>
                  <a:ext cx="2579175" cy="1534576"/>
                </a:xfrm>
                <a:prstGeom prst="cloud">
                  <a:avLst/>
                </a:prstGeom>
                <a:solidFill>
                  <a:schemeClr val="lt1"/>
                </a:solidFill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74275" tIns="37125" rIns="74275" bIns="371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600" b="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NETWORK </a:t>
                  </a:r>
                  <a:r>
                    <a:rPr lang="en-US" sz="1600" b="0" i="0" u="sng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10</a:t>
                  </a:r>
                  <a:r>
                    <a:rPr lang="en-US" sz="1600" u="sng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en-US" sz="1600" b="0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endParaRPr>
                </a:p>
              </p:txBody>
            </p:sp>
            <p:sp>
              <p:nvSpPr>
                <p:cNvPr id="91" name="Google Shape;91;p1"/>
                <p:cNvSpPr/>
                <p:nvPr/>
              </p:nvSpPr>
              <p:spPr>
                <a:xfrm>
                  <a:off x="-1662042" y="4161901"/>
                  <a:ext cx="2579176" cy="1492658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19050" cap="flat" cmpd="sng">
                  <a:solidFill>
                    <a:srgbClr val="08283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74275" tIns="37125" rIns="74275" bIns="37125" anchor="ctr" anchorCtr="0">
                  <a:noAutofit/>
                </a:bodyPr>
                <a:lstStyle/>
                <a:p>
                  <a:pPr lvl="0" algn="ctr"/>
                  <a:r>
                    <a:rPr lang="en-I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SYSTEM</a:t>
                  </a:r>
                  <a:r>
                    <a:rPr lang="en-US" sz="1600" b="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 </a:t>
                  </a:r>
                  <a:r>
                    <a:rPr lang="en-US" sz="1600" b="0" i="0" u="sng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100</a:t>
                  </a:r>
                  <a:endParaRPr lang="en-US" sz="1600" b="0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endParaRPr>
                </a:p>
              </p:txBody>
            </p:sp>
            <p:cxnSp>
              <p:nvCxnSpPr>
                <p:cNvPr id="93" name="Google Shape;93;p1"/>
                <p:cNvCxnSpPr>
                  <a:cxnSpLocks/>
                  <a:stCxn id="87" idx="2"/>
                  <a:endCxn id="91" idx="3"/>
                </p:cNvCxnSpPr>
                <p:nvPr/>
              </p:nvCxnSpPr>
              <p:spPr>
                <a:xfrm flipH="1" flipV="1">
                  <a:off x="917134" y="4908231"/>
                  <a:ext cx="934724" cy="2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miter lim="800000"/>
                  <a:headEnd type="triangle" w="med" len="med"/>
                  <a:tailEnd type="triangle" w="med" len="med"/>
                </a:ln>
              </p:spPr>
            </p:cxnSp>
          </p:grpSp>
          <p:sp>
            <p:nvSpPr>
              <p:cNvPr id="96" name="Google Shape;96;p1"/>
              <p:cNvSpPr txBox="1"/>
              <p:nvPr/>
            </p:nvSpPr>
            <p:spPr>
              <a:xfrm>
                <a:off x="2460347" y="6579838"/>
                <a:ext cx="1454635" cy="4354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4275" tIns="37125" rIns="74275" bIns="371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3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FIG.1A</a:t>
                </a:r>
                <a:endParaRPr lang="en-US" sz="1600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</p:grpSp>
        <p:sp>
          <p:nvSpPr>
            <p:cNvPr id="2" name="Google Shape;91;p1">
              <a:extLst>
                <a:ext uri="{FF2B5EF4-FFF2-40B4-BE49-F238E27FC236}">
                  <a16:creationId xmlns:a16="http://schemas.microsoft.com/office/drawing/2014/main" id="{8A50DE13-219C-08D3-4E6D-5E5918EF377A}"/>
                </a:ext>
              </a:extLst>
            </p:cNvPr>
            <p:cNvSpPr/>
            <p:nvPr/>
          </p:nvSpPr>
          <p:spPr>
            <a:xfrm>
              <a:off x="6501180" y="4139460"/>
              <a:ext cx="2264720" cy="112950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8283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74275" tIns="37125" rIns="74275" bIns="37125" anchor="ctr" anchorCtr="0">
              <a:noAutofit/>
            </a:bodyPr>
            <a:lstStyle/>
            <a:p>
              <a:pPr lvl="0" algn="ctr"/>
              <a:r>
                <a:rPr lang="en-US" sz="1600" dirty="0"/>
                <a:t>CLASSROOM OBSERVATION DEVICE </a:t>
              </a: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</a:t>
              </a:r>
              <a:r>
                <a:rPr lang="en-US" sz="1600" b="0" i="0" u="sng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103</a:t>
              </a:r>
              <a:endParaRPr lang="en-US" sz="1600" b="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3" name="Google Shape;93;p1">
              <a:extLst>
                <a:ext uri="{FF2B5EF4-FFF2-40B4-BE49-F238E27FC236}">
                  <a16:creationId xmlns:a16="http://schemas.microsoft.com/office/drawing/2014/main" id="{FBAE9094-C1EC-F8B0-3A4B-5202013F9986}"/>
                </a:ext>
              </a:extLst>
            </p:cNvPr>
            <p:cNvCxnSpPr>
              <a:cxnSpLocks/>
              <a:stCxn id="87" idx="0"/>
              <a:endCxn id="2" idx="1"/>
            </p:cNvCxnSpPr>
            <p:nvPr/>
          </p:nvCxnSpPr>
          <p:spPr>
            <a:xfrm flipV="1">
              <a:off x="5802617" y="4704213"/>
              <a:ext cx="698563" cy="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6"/>
          <p:cNvGrpSpPr/>
          <p:nvPr/>
        </p:nvGrpSpPr>
        <p:grpSpPr>
          <a:xfrm>
            <a:off x="4539916" y="18510"/>
            <a:ext cx="2924659" cy="548006"/>
            <a:chOff x="3962400" y="381000"/>
            <a:chExt cx="2179507" cy="548006"/>
          </a:xfrm>
        </p:grpSpPr>
        <p:sp>
          <p:nvSpPr>
            <p:cNvPr id="113" name="Google Shape;113;p6"/>
            <p:cNvSpPr txBox="1"/>
            <p:nvPr/>
          </p:nvSpPr>
          <p:spPr>
            <a:xfrm>
              <a:off x="3962400" y="381000"/>
              <a:ext cx="2179507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PAGES:05</a:t>
              </a:r>
              <a:endParaRPr sz="12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14" name="Google Shape;114;p6"/>
            <p:cNvSpPr txBox="1"/>
            <p:nvPr/>
          </p:nvSpPr>
          <p:spPr>
            <a:xfrm>
              <a:off x="4038599" y="652047"/>
              <a:ext cx="1296765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02</a:t>
              </a:r>
              <a:endParaRPr sz="12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15" name="Google Shape;115;p6"/>
          <p:cNvSpPr txBox="1"/>
          <p:nvPr/>
        </p:nvSpPr>
        <p:spPr>
          <a:xfrm>
            <a:off x="41238" y="66122"/>
            <a:ext cx="326411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2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19" name="Google Shape;119;p6"/>
          <p:cNvGrpSpPr/>
          <p:nvPr/>
        </p:nvGrpSpPr>
        <p:grpSpPr>
          <a:xfrm>
            <a:off x="515441" y="1289017"/>
            <a:ext cx="6037759" cy="8285351"/>
            <a:chOff x="439552" y="928181"/>
            <a:chExt cx="11332545" cy="11318729"/>
          </a:xfrm>
        </p:grpSpPr>
        <p:grpSp>
          <p:nvGrpSpPr>
            <p:cNvPr id="120" name="Google Shape;120;p6"/>
            <p:cNvGrpSpPr/>
            <p:nvPr/>
          </p:nvGrpSpPr>
          <p:grpSpPr>
            <a:xfrm>
              <a:off x="439552" y="928181"/>
              <a:ext cx="11332545" cy="11318729"/>
              <a:chOff x="866271" y="386262"/>
              <a:chExt cx="11332545" cy="12193679"/>
            </a:xfrm>
          </p:grpSpPr>
          <p:sp>
            <p:nvSpPr>
              <p:cNvPr id="121" name="Google Shape;121;p6"/>
              <p:cNvSpPr/>
              <p:nvPr/>
            </p:nvSpPr>
            <p:spPr>
              <a:xfrm>
                <a:off x="866271" y="1786250"/>
                <a:ext cx="11332545" cy="693054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lang="en-IN" sz="12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sp>
            <p:nvSpPr>
              <p:cNvPr id="122" name="Google Shape;122;p6"/>
              <p:cNvSpPr txBox="1"/>
              <p:nvPr/>
            </p:nvSpPr>
            <p:spPr>
              <a:xfrm>
                <a:off x="3124666" y="12081745"/>
                <a:ext cx="1708966" cy="4981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FIG.1B</a:t>
                </a:r>
                <a:endParaRPr lang="en-US" sz="1600" b="0" i="0" u="none" strike="noStrike" cap="none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endParaRPr>
              </a:p>
            </p:txBody>
          </p:sp>
          <p:grpSp>
            <p:nvGrpSpPr>
              <p:cNvPr id="123" name="Google Shape;123;p6"/>
              <p:cNvGrpSpPr/>
              <p:nvPr/>
            </p:nvGrpSpPr>
            <p:grpSpPr>
              <a:xfrm>
                <a:off x="1501895" y="386262"/>
                <a:ext cx="4892825" cy="4077674"/>
                <a:chOff x="1337412" y="818776"/>
                <a:chExt cx="4892825" cy="4077674"/>
              </a:xfrm>
            </p:grpSpPr>
            <p:sp>
              <p:nvSpPr>
                <p:cNvPr id="125" name="Google Shape;125;p6"/>
                <p:cNvSpPr txBox="1"/>
                <p:nvPr/>
              </p:nvSpPr>
              <p:spPr>
                <a:xfrm>
                  <a:off x="3441325" y="818776"/>
                  <a:ext cx="1378177" cy="4076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200" b="0" i="0" u="sng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100</a:t>
                  </a:r>
                  <a:endParaRPr lang="en-US" sz="1200" b="0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endParaRPr>
                </a:p>
              </p:txBody>
            </p:sp>
            <p:grpSp>
              <p:nvGrpSpPr>
                <p:cNvPr id="126" name="Google Shape;126;p6"/>
                <p:cNvGrpSpPr/>
                <p:nvPr/>
              </p:nvGrpSpPr>
              <p:grpSpPr>
                <a:xfrm>
                  <a:off x="1337412" y="2618098"/>
                  <a:ext cx="4892825" cy="2278352"/>
                  <a:chOff x="808233" y="2067174"/>
                  <a:chExt cx="5370369" cy="2649596"/>
                </a:xfrm>
              </p:grpSpPr>
              <p:sp>
                <p:nvSpPr>
                  <p:cNvPr id="127" name="Google Shape;127;p6"/>
                  <p:cNvSpPr/>
                  <p:nvPr/>
                </p:nvSpPr>
                <p:spPr>
                  <a:xfrm>
                    <a:off x="808234" y="2067174"/>
                    <a:ext cx="5370367" cy="580238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PROCESSOR</a:t>
                    </a:r>
                    <a:r>
                      <a:rPr lang="en-IN" sz="12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 </a:t>
                    </a:r>
                    <a:r>
                      <a:rPr lang="en-IN" sz="1200" b="0" i="0" u="sng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201</a:t>
                    </a:r>
                    <a:endParaRPr lang="en-IN" sz="1200" b="0" i="0" u="sng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sp>
                <p:nvSpPr>
                  <p:cNvPr id="128" name="Google Shape;128;p6"/>
                  <p:cNvSpPr/>
                  <p:nvPr/>
                </p:nvSpPr>
                <p:spPr>
                  <a:xfrm>
                    <a:off x="808235" y="2796514"/>
                    <a:ext cx="5370367" cy="85756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MEMORY</a:t>
                    </a:r>
                    <a:r>
                      <a:rPr lang="en-IN" sz="12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 </a:t>
                    </a:r>
                    <a:r>
                      <a:rPr lang="en-IN" sz="1200" b="0" i="0" u="sng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203</a:t>
                    </a:r>
                    <a:endParaRPr lang="en-IN" sz="1200" b="0" i="0" u="sng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sp>
                <p:nvSpPr>
                  <p:cNvPr id="129" name="Google Shape;129;p6"/>
                  <p:cNvSpPr/>
                  <p:nvPr/>
                </p:nvSpPr>
                <p:spPr>
                  <a:xfrm>
                    <a:off x="808233" y="3859210"/>
                    <a:ext cx="5370367" cy="85756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12700" cap="flat" cmpd="sng">
                    <a:solidFill>
                      <a:schemeClr val="dk1"/>
                    </a:solidFill>
                    <a:prstDash val="solid"/>
                    <a:miter lim="800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COMMUNICATION INTERFACE</a:t>
                    </a:r>
                    <a:r>
                      <a:rPr lang="en-US" sz="12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 </a:t>
                    </a:r>
                    <a:r>
                      <a:rPr lang="en-US" sz="1200" b="0" i="0" u="sng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205</a:t>
                    </a:r>
                    <a:endParaRPr lang="en-US" sz="1200" b="0" i="0" u="sng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130" name="Google Shape;130;p6"/>
            <p:cNvSpPr/>
            <p:nvPr/>
          </p:nvSpPr>
          <p:spPr>
            <a:xfrm>
              <a:off x="4557267" y="9596251"/>
              <a:ext cx="3097112" cy="204974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INTERFACE</a:t>
              </a:r>
              <a:r>
                <a:rPr lang="en-IN" sz="12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</a:t>
              </a:r>
              <a:r>
                <a:rPr lang="en-IN" sz="1200" b="0" i="0" u="sng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207</a:t>
              </a:r>
              <a:endParaRPr lang="en-IN" sz="1200" b="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D00CC8-9871-AA84-3782-F25BBE3C519F}"/>
              </a:ext>
            </a:extLst>
          </p:cNvPr>
          <p:cNvCxnSpPr>
            <a:cxnSpLocks/>
            <a:stCxn id="121" idx="2"/>
            <a:endCxn id="130" idx="0"/>
          </p:cNvCxnSpPr>
          <p:nvPr/>
        </p:nvCxnSpPr>
        <p:spPr>
          <a:xfrm flipH="1">
            <a:off x="3534320" y="6949440"/>
            <a:ext cx="1" cy="684636"/>
          </a:xfrm>
          <a:prstGeom prst="straightConnector1">
            <a:avLst/>
          </a:prstGeom>
          <a:ln w="28575"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Google Shape;129;p6">
            <a:extLst>
              <a:ext uri="{FF2B5EF4-FFF2-40B4-BE49-F238E27FC236}">
                <a16:creationId xmlns:a16="http://schemas.microsoft.com/office/drawing/2014/main" id="{250E85B8-BF59-1AAC-1EE8-A180114D83CA}"/>
              </a:ext>
            </a:extLst>
          </p:cNvPr>
          <p:cNvSpPr/>
          <p:nvPr/>
        </p:nvSpPr>
        <p:spPr>
          <a:xfrm>
            <a:off x="854087" y="4174607"/>
            <a:ext cx="2606801" cy="77091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MULTI-METRIC FUSION ENGINE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209</a:t>
            </a:r>
            <a:endParaRPr lang="en-US" sz="120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6" name="Google Shape;129;p6">
            <a:extLst>
              <a:ext uri="{FF2B5EF4-FFF2-40B4-BE49-F238E27FC236}">
                <a16:creationId xmlns:a16="http://schemas.microsoft.com/office/drawing/2014/main" id="{D90013C1-DB82-680E-57F7-8ABD9A41049A}"/>
              </a:ext>
            </a:extLst>
          </p:cNvPr>
          <p:cNvSpPr/>
          <p:nvPr/>
        </p:nvSpPr>
        <p:spPr>
          <a:xfrm>
            <a:off x="870521" y="5035698"/>
            <a:ext cx="2606801" cy="77091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IDENTITY TRACKER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211</a:t>
            </a:r>
            <a:endParaRPr lang="en-US" sz="120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2" name="Google Shape;129;p6">
            <a:extLst>
              <a:ext uri="{FF2B5EF4-FFF2-40B4-BE49-F238E27FC236}">
                <a16:creationId xmlns:a16="http://schemas.microsoft.com/office/drawing/2014/main" id="{242F1CE2-6F0A-E008-ED94-6607FBDE9E07}"/>
              </a:ext>
            </a:extLst>
          </p:cNvPr>
          <p:cNvSpPr/>
          <p:nvPr/>
        </p:nvSpPr>
        <p:spPr>
          <a:xfrm>
            <a:off x="870521" y="5848764"/>
            <a:ext cx="2606801" cy="77091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BLOCKCHAIN-BACKED AUDIT MODULE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213</a:t>
            </a:r>
            <a:endParaRPr lang="en-US" sz="120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8" name="Google Shape;129;p6">
            <a:extLst>
              <a:ext uri="{FF2B5EF4-FFF2-40B4-BE49-F238E27FC236}">
                <a16:creationId xmlns:a16="http://schemas.microsoft.com/office/drawing/2014/main" id="{2F160EFE-49CA-5986-435F-0A2EBF597439}"/>
              </a:ext>
            </a:extLst>
          </p:cNvPr>
          <p:cNvSpPr/>
          <p:nvPr/>
        </p:nvSpPr>
        <p:spPr>
          <a:xfrm>
            <a:off x="3618185" y="2511327"/>
            <a:ext cx="2606801" cy="72334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DETECTION-BASED PERSON DETECTION MODULE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215</a:t>
            </a:r>
            <a:endParaRPr lang="en-US" sz="120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1" name="Google Shape;129;p6">
            <a:extLst>
              <a:ext uri="{FF2B5EF4-FFF2-40B4-BE49-F238E27FC236}">
                <a16:creationId xmlns:a16="http://schemas.microsoft.com/office/drawing/2014/main" id="{2C26424E-7E2B-AE5F-B85B-8D422D0B0BB1}"/>
              </a:ext>
            </a:extLst>
          </p:cNvPr>
          <p:cNvSpPr/>
          <p:nvPr/>
        </p:nvSpPr>
        <p:spPr>
          <a:xfrm>
            <a:off x="3618185" y="3451262"/>
            <a:ext cx="2606801" cy="72334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LIVENESS VERIFICATION MODULE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217</a:t>
            </a:r>
            <a:endParaRPr lang="en-US" sz="120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3" name="Google Shape;129;p6">
            <a:extLst>
              <a:ext uri="{FF2B5EF4-FFF2-40B4-BE49-F238E27FC236}">
                <a16:creationId xmlns:a16="http://schemas.microsoft.com/office/drawing/2014/main" id="{8A5CC18A-2AAC-9A1E-45A2-C5F9444D15A9}"/>
              </a:ext>
            </a:extLst>
          </p:cNvPr>
          <p:cNvSpPr/>
          <p:nvPr/>
        </p:nvSpPr>
        <p:spPr>
          <a:xfrm>
            <a:off x="3618185" y="4261286"/>
            <a:ext cx="2606801" cy="72334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ZERO-KNOWLEDGE PROOF VERIFICATION MODULE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219</a:t>
            </a:r>
            <a:endParaRPr lang="en-US" sz="120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5" name="Google Shape;129;p6">
            <a:extLst>
              <a:ext uri="{FF2B5EF4-FFF2-40B4-BE49-F238E27FC236}">
                <a16:creationId xmlns:a16="http://schemas.microsoft.com/office/drawing/2014/main" id="{413D4DE2-43C0-604F-A853-6DA59E7D2112}"/>
              </a:ext>
            </a:extLst>
          </p:cNvPr>
          <p:cNvSpPr/>
          <p:nvPr/>
        </p:nvSpPr>
        <p:spPr>
          <a:xfrm>
            <a:off x="3618184" y="5125026"/>
            <a:ext cx="2606801" cy="72334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MODULE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221</a:t>
            </a:r>
            <a:endParaRPr lang="en-US" sz="120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57" name="Google Shape;129;p6">
            <a:extLst>
              <a:ext uri="{FF2B5EF4-FFF2-40B4-BE49-F238E27FC236}">
                <a16:creationId xmlns:a16="http://schemas.microsoft.com/office/drawing/2014/main" id="{A8FB225E-FC0F-C6EF-74B1-23CAC9B6D27E}"/>
              </a:ext>
            </a:extLst>
          </p:cNvPr>
          <p:cNvSpPr/>
          <p:nvPr/>
        </p:nvSpPr>
        <p:spPr>
          <a:xfrm>
            <a:off x="3618184" y="5930703"/>
            <a:ext cx="2606801" cy="72334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MODEL ATTESTATION MODULE 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223</a:t>
            </a:r>
            <a:endParaRPr lang="en-US" sz="1200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8D0DDF00-0DB0-FBD2-C3DF-A64813944C1B}"/>
              </a:ext>
            </a:extLst>
          </p:cNvPr>
          <p:cNvCxnSpPr>
            <a:cxnSpLocks/>
            <a:stCxn id="125" idx="2"/>
          </p:cNvCxnSpPr>
          <p:nvPr/>
        </p:nvCxnSpPr>
        <p:spPr>
          <a:xfrm rot="16200000" flipH="1">
            <a:off x="2353801" y="1554321"/>
            <a:ext cx="612806" cy="636116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/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/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PAGES:05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03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/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E836699-EDB4-B27C-90AA-DBDA34CEB7FE}"/>
              </a:ext>
            </a:extLst>
          </p:cNvPr>
          <p:cNvGrpSpPr/>
          <p:nvPr/>
        </p:nvGrpSpPr>
        <p:grpSpPr>
          <a:xfrm>
            <a:off x="1703774" y="486420"/>
            <a:ext cx="5037566" cy="9995777"/>
            <a:chOff x="1658099" y="-1320026"/>
            <a:chExt cx="5037566" cy="99957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6BEF02C-B823-ABD7-D761-D32886E123B9}"/>
                </a:ext>
              </a:extLst>
            </p:cNvPr>
            <p:cNvGrpSpPr/>
            <p:nvPr/>
          </p:nvGrpSpPr>
          <p:grpSpPr>
            <a:xfrm>
              <a:off x="1658099" y="-1320026"/>
              <a:ext cx="5037566" cy="9641359"/>
              <a:chOff x="1649487" y="-1777639"/>
              <a:chExt cx="5037566" cy="9641359"/>
            </a:xfrm>
          </p:grpSpPr>
          <p:grpSp>
            <p:nvGrpSpPr>
              <p:cNvPr id="148" name="Google Shape;148;p2"/>
              <p:cNvGrpSpPr/>
              <p:nvPr/>
            </p:nvGrpSpPr>
            <p:grpSpPr>
              <a:xfrm>
                <a:off x="1649487" y="-824729"/>
                <a:ext cx="5037566" cy="8688449"/>
                <a:chOff x="458206" y="4300"/>
                <a:chExt cx="6852512" cy="8904120"/>
              </a:xfrm>
            </p:grpSpPr>
            <p:grpSp>
              <p:nvGrpSpPr>
                <p:cNvPr id="149" name="Google Shape;149;p2"/>
                <p:cNvGrpSpPr/>
                <p:nvPr/>
              </p:nvGrpSpPr>
              <p:grpSpPr>
                <a:xfrm>
                  <a:off x="458206" y="4300"/>
                  <a:ext cx="6852512" cy="4542492"/>
                  <a:chOff x="553325" y="156722"/>
                  <a:chExt cx="6554599" cy="4832551"/>
                </a:xfrm>
              </p:grpSpPr>
              <p:sp>
                <p:nvSpPr>
                  <p:cNvPr id="150" name="Google Shape;150;p2"/>
                  <p:cNvSpPr/>
                  <p:nvPr/>
                </p:nvSpPr>
                <p:spPr>
                  <a:xfrm>
                    <a:off x="553325" y="156722"/>
                    <a:ext cx="5617986" cy="1664774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RECEIVING, BY THE PROCESSOR (</a:t>
                    </a:r>
                    <a:r>
                      <a: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201</a:t>
                    </a:r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), A CONTINUOUS CLASSROOM OBSERVATION FEED FROM THE CLASSROOM OBSERVATION DEVICE (</a:t>
                    </a:r>
                    <a:r>
                      <a: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103</a:t>
                    </a:r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 DURING AN ACTIVE ACADEMIC SESSION</a:t>
                    </a:r>
                    <a:endParaRPr lang="en-US" sz="160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cxnSp>
                <p:nvCxnSpPr>
                  <p:cNvPr id="151" name="Google Shape;151;p2"/>
                  <p:cNvCxnSpPr>
                    <a:cxnSpLocks/>
                    <a:stCxn id="150" idx="2"/>
                    <a:endCxn id="152" idx="0"/>
                  </p:cNvCxnSpPr>
                  <p:nvPr/>
                </p:nvCxnSpPr>
                <p:spPr>
                  <a:xfrm>
                    <a:off x="3362318" y="1821496"/>
                    <a:ext cx="0" cy="341744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152" name="Google Shape;152;p2"/>
                  <p:cNvSpPr/>
                  <p:nvPr/>
                </p:nvSpPr>
                <p:spPr>
                  <a:xfrm>
                    <a:off x="553325" y="2163240"/>
                    <a:ext cx="5617986" cy="940357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DETECTING, BY THE PROCESSOR (</a:t>
                    </a:r>
                    <a:r>
                      <a: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201</a:t>
                    </a:r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), ONE OR MORE OCCUPANTS WITHIN THE CLASSROOM OBSERVATION FEED</a:t>
                    </a:r>
                    <a:endParaRPr lang="en-US" sz="1600" i="0" u="none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cxnSp>
                <p:nvCxnSpPr>
                  <p:cNvPr id="156" name="Google Shape;156;p2"/>
                  <p:cNvCxnSpPr>
                    <a:cxnSpLocks/>
                    <a:stCxn id="152" idx="2"/>
                    <a:endCxn id="154" idx="0"/>
                  </p:cNvCxnSpPr>
                  <p:nvPr/>
                </p:nvCxnSpPr>
                <p:spPr>
                  <a:xfrm>
                    <a:off x="3362318" y="3103597"/>
                    <a:ext cx="0" cy="15721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154" name="Google Shape;154;p2"/>
                  <p:cNvSpPr/>
                  <p:nvPr/>
                </p:nvSpPr>
                <p:spPr>
                  <a:xfrm>
                    <a:off x="553325" y="3260807"/>
                    <a:ext cx="5617986" cy="1589170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DETECTING, BY THE PERSON DETECTION MODULE (</a:t>
                    </a:r>
                    <a:r>
                      <a: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215</a:t>
                    </a:r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), USING AN OBJECT DETECTION ALGORITHM, A SPATIAL OCCUPANCY OF THE DETECTED OCCUPANT WITHIN THE CLASSROOM OBSERVATION FEED</a:t>
                    </a:r>
                    <a:endParaRPr lang="en-US" sz="160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grpSp>
                <p:nvGrpSpPr>
                  <p:cNvPr id="157" name="Google Shape;157;p2"/>
                  <p:cNvGrpSpPr/>
                  <p:nvPr/>
                </p:nvGrpSpPr>
                <p:grpSpPr>
                  <a:xfrm>
                    <a:off x="6171311" y="4055392"/>
                    <a:ext cx="923184" cy="933881"/>
                    <a:chOff x="6163892" y="-303897"/>
                    <a:chExt cx="923184" cy="933881"/>
                  </a:xfrm>
                </p:grpSpPr>
                <p:cxnSp>
                  <p:nvCxnSpPr>
                    <p:cNvPr id="158" name="Google Shape;158;p2"/>
                    <p:cNvCxnSpPr>
                      <a:cxnSpLocks/>
                      <a:stCxn id="154" idx="3"/>
                      <a:endCxn id="159" idx="1"/>
                    </p:cNvCxnSpPr>
                    <p:nvPr/>
                  </p:nvCxnSpPr>
                  <p:spPr>
                    <a:xfrm>
                      <a:off x="6163892" y="-303897"/>
                      <a:ext cx="214223" cy="749346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59" name="Google Shape;159;p2"/>
                    <p:cNvSpPr txBox="1"/>
                    <p:nvPr/>
                  </p:nvSpPr>
                  <p:spPr>
                    <a:xfrm>
                      <a:off x="6378115" y="260915"/>
                      <a:ext cx="708961" cy="3690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305</a:t>
                      </a:r>
                    </a:p>
                  </p:txBody>
                </p:sp>
              </p:grpSp>
              <p:sp>
                <p:nvSpPr>
                  <p:cNvPr id="162" name="Google Shape;162;p2"/>
                  <p:cNvSpPr txBox="1"/>
                  <p:nvPr/>
                </p:nvSpPr>
                <p:spPr>
                  <a:xfrm>
                    <a:off x="6385534" y="3314819"/>
                    <a:ext cx="708963" cy="3690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rPr lang="en-US" sz="1600" i="0" u="sng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a:t>303</a:t>
                    </a:r>
                  </a:p>
                </p:txBody>
              </p:sp>
              <p:grpSp>
                <p:nvGrpSpPr>
                  <p:cNvPr id="163" name="Google Shape;163;p2"/>
                  <p:cNvGrpSpPr/>
                  <p:nvPr/>
                </p:nvGrpSpPr>
                <p:grpSpPr>
                  <a:xfrm>
                    <a:off x="6171311" y="989109"/>
                    <a:ext cx="936613" cy="1201456"/>
                    <a:chOff x="6177314" y="-439128"/>
                    <a:chExt cx="936613" cy="1201456"/>
                  </a:xfrm>
                </p:grpSpPr>
                <p:cxnSp>
                  <p:nvCxnSpPr>
                    <p:cNvPr id="164" name="Google Shape;164;p2"/>
                    <p:cNvCxnSpPr>
                      <a:cxnSpLocks/>
                      <a:stCxn id="150" idx="3"/>
                      <a:endCxn id="165" idx="1"/>
                    </p:cNvCxnSpPr>
                    <p:nvPr/>
                  </p:nvCxnSpPr>
                  <p:spPr>
                    <a:xfrm>
                      <a:off x="6177314" y="-439128"/>
                      <a:ext cx="214228" cy="1016921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65" name="Google Shape;165;p2"/>
                    <p:cNvSpPr txBox="1"/>
                    <p:nvPr/>
                  </p:nvSpPr>
                  <p:spPr>
                    <a:xfrm>
                      <a:off x="6391542" y="393259"/>
                      <a:ext cx="722385" cy="36906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301</a:t>
                      </a:r>
                    </a:p>
                  </p:txBody>
                </p:sp>
              </p:grpSp>
            </p:grpSp>
            <p:sp>
              <p:nvSpPr>
                <p:cNvPr id="169" name="Google Shape;169;p2"/>
                <p:cNvSpPr txBox="1"/>
                <p:nvPr/>
              </p:nvSpPr>
              <p:spPr>
                <a:xfrm>
                  <a:off x="1153913" y="8561503"/>
                  <a:ext cx="1112095" cy="34691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600" b="1" i="0" u="none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FIG.2</a:t>
                  </a:r>
                </a:p>
              </p:txBody>
            </p:sp>
          </p:grpSp>
          <p:cxnSp>
            <p:nvCxnSpPr>
              <p:cNvPr id="3" name="Connector: Curved 2">
                <a:extLst>
                  <a:ext uri="{FF2B5EF4-FFF2-40B4-BE49-F238E27FC236}">
                    <a16:creationId xmlns:a16="http://schemas.microsoft.com/office/drawing/2014/main" id="{3FCBB704-0657-6F04-FD7F-89AB98A3D1C9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 rot="16200000" flipH="1">
                <a:off x="2389930" y="-1486697"/>
                <a:ext cx="540975" cy="636118"/>
              </a:xfrm>
              <a:prstGeom prst="curvedConnector2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Google Shape;165;p2">
                <a:extLst>
                  <a:ext uri="{FF2B5EF4-FFF2-40B4-BE49-F238E27FC236}">
                    <a16:creationId xmlns:a16="http://schemas.microsoft.com/office/drawing/2014/main" id="{0E03EAD8-20F4-869D-112F-BBE87DAE1422}"/>
                  </a:ext>
                </a:extLst>
              </p:cNvPr>
              <p:cNvSpPr txBox="1"/>
              <p:nvPr/>
            </p:nvSpPr>
            <p:spPr>
              <a:xfrm>
                <a:off x="2064762" y="-1777639"/>
                <a:ext cx="555192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600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300</a:t>
                </a:r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4209AD3-6027-881E-031C-9F05559B729C}"/>
                </a:ext>
              </a:extLst>
            </p:cNvPr>
            <p:cNvSpPr/>
            <p:nvPr/>
          </p:nvSpPr>
          <p:spPr>
            <a:xfrm>
              <a:off x="3549377" y="8085712"/>
              <a:ext cx="535172" cy="59003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cxnSp>
        <p:nvCxnSpPr>
          <p:cNvPr id="22" name="Google Shape;164;p2">
            <a:extLst>
              <a:ext uri="{FF2B5EF4-FFF2-40B4-BE49-F238E27FC236}">
                <a16:creationId xmlns:a16="http://schemas.microsoft.com/office/drawing/2014/main" id="{9AA2C972-FB26-824F-9945-71E4FEAE131F}"/>
              </a:ext>
            </a:extLst>
          </p:cNvPr>
          <p:cNvCxnSpPr>
            <a:cxnSpLocks/>
            <a:stCxn id="152" idx="3"/>
            <a:endCxn id="162" idx="1"/>
          </p:cNvCxnSpPr>
          <p:nvPr/>
        </p:nvCxnSpPr>
        <p:spPr>
          <a:xfrm>
            <a:off x="6021502" y="3710982"/>
            <a:ext cx="164642" cy="794244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" name="Google Shape;154;p2">
            <a:extLst>
              <a:ext uri="{FF2B5EF4-FFF2-40B4-BE49-F238E27FC236}">
                <a16:creationId xmlns:a16="http://schemas.microsoft.com/office/drawing/2014/main" id="{BBBA111F-7845-786C-2038-38262CAD8FD6}"/>
              </a:ext>
            </a:extLst>
          </p:cNvPr>
          <p:cNvSpPr/>
          <p:nvPr/>
        </p:nvSpPr>
        <p:spPr>
          <a:xfrm>
            <a:off x="1703774" y="5986533"/>
            <a:ext cx="4317728" cy="166979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VERIFYING, BY THE LIVENESS VERIFICATION MODULE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217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THAT THE DETECTED OCCUPANT IS A LIVE PERSON RATHER THAN A PHOTOGRAPHIC, VIDEO-BASED, OR MASK-BASED REPRESENTATION</a:t>
            </a:r>
            <a:endParaRPr lang="en-US" sz="16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Google Shape;156;p2">
            <a:extLst>
              <a:ext uri="{FF2B5EF4-FFF2-40B4-BE49-F238E27FC236}">
                <a16:creationId xmlns:a16="http://schemas.microsoft.com/office/drawing/2014/main" id="{D9D9A87E-146C-616F-BDDA-4F9FB120BCCD}"/>
              </a:ext>
            </a:extLst>
          </p:cNvPr>
          <p:cNvCxnSpPr>
            <a:cxnSpLocks/>
            <a:stCxn id="154" idx="2"/>
            <a:endCxn id="26" idx="0"/>
          </p:cNvCxnSpPr>
          <p:nvPr/>
        </p:nvCxnSpPr>
        <p:spPr>
          <a:xfrm>
            <a:off x="3862638" y="5744032"/>
            <a:ext cx="0" cy="24250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" name="Google Shape;158;p2">
            <a:extLst>
              <a:ext uri="{FF2B5EF4-FFF2-40B4-BE49-F238E27FC236}">
                <a16:creationId xmlns:a16="http://schemas.microsoft.com/office/drawing/2014/main" id="{8EF49141-6BCC-C2BA-75BB-E98E9A546CCF}"/>
              </a:ext>
            </a:extLst>
          </p:cNvPr>
          <p:cNvCxnSpPr>
            <a:cxnSpLocks/>
            <a:stCxn id="26" idx="3"/>
            <a:endCxn id="37" idx="1"/>
          </p:cNvCxnSpPr>
          <p:nvPr/>
        </p:nvCxnSpPr>
        <p:spPr>
          <a:xfrm>
            <a:off x="6021502" y="6821428"/>
            <a:ext cx="164641" cy="820629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" name="Google Shape;159;p2">
            <a:extLst>
              <a:ext uri="{FF2B5EF4-FFF2-40B4-BE49-F238E27FC236}">
                <a16:creationId xmlns:a16="http://schemas.microsoft.com/office/drawing/2014/main" id="{5725099B-B3A1-5C04-2C01-504BF8FA2307}"/>
              </a:ext>
            </a:extLst>
          </p:cNvPr>
          <p:cNvSpPr txBox="1"/>
          <p:nvPr/>
        </p:nvSpPr>
        <p:spPr>
          <a:xfrm>
            <a:off x="6186143" y="7472800"/>
            <a:ext cx="54487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307</a:t>
            </a:r>
          </a:p>
        </p:txBody>
      </p:sp>
      <p:sp>
        <p:nvSpPr>
          <p:cNvPr id="42" name="Google Shape;154;p2">
            <a:extLst>
              <a:ext uri="{FF2B5EF4-FFF2-40B4-BE49-F238E27FC236}">
                <a16:creationId xmlns:a16="http://schemas.microsoft.com/office/drawing/2014/main" id="{D89DD531-EF55-D550-55EE-E7406C98E017}"/>
              </a:ext>
            </a:extLst>
          </p:cNvPr>
          <p:cNvSpPr/>
          <p:nvPr/>
        </p:nvSpPr>
        <p:spPr>
          <a:xfrm>
            <a:off x="1703774" y="7966306"/>
            <a:ext cx="4317728" cy="151297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OBTAINING, BY THE PROCESSOR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FOR EACH DETECTED OCCUPANT, A PLURALITY OF INDEPENDENT CONFIDENCE VALUES COMPRISING A FACIAL, IRIS-BASED, VOICE-BASED, AND POSE-BASED CONFIDENCE VALUE</a:t>
            </a:r>
            <a:endParaRPr lang="en-US" sz="16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5" name="Google Shape;156;p2">
            <a:extLst>
              <a:ext uri="{FF2B5EF4-FFF2-40B4-BE49-F238E27FC236}">
                <a16:creationId xmlns:a16="http://schemas.microsoft.com/office/drawing/2014/main" id="{9907A3C1-E6D3-B13B-579B-D593243EAAE7}"/>
              </a:ext>
            </a:extLst>
          </p:cNvPr>
          <p:cNvCxnSpPr>
            <a:cxnSpLocks/>
            <a:stCxn id="26" idx="2"/>
            <a:endCxn id="42" idx="0"/>
          </p:cNvCxnSpPr>
          <p:nvPr/>
        </p:nvCxnSpPr>
        <p:spPr>
          <a:xfrm>
            <a:off x="3862638" y="7656323"/>
            <a:ext cx="0" cy="30998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" name="Google Shape;156;p2">
            <a:extLst>
              <a:ext uri="{FF2B5EF4-FFF2-40B4-BE49-F238E27FC236}">
                <a16:creationId xmlns:a16="http://schemas.microsoft.com/office/drawing/2014/main" id="{B1187F04-9EDC-9B7E-B403-F06834B268E5}"/>
              </a:ext>
            </a:extLst>
          </p:cNvPr>
          <p:cNvCxnSpPr>
            <a:cxnSpLocks/>
            <a:stCxn id="42" idx="2"/>
            <a:endCxn id="41" idx="0"/>
          </p:cNvCxnSpPr>
          <p:nvPr/>
        </p:nvCxnSpPr>
        <p:spPr>
          <a:xfrm>
            <a:off x="3862638" y="9479280"/>
            <a:ext cx="0" cy="4128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" name="Google Shape;158;p2">
            <a:extLst>
              <a:ext uri="{FF2B5EF4-FFF2-40B4-BE49-F238E27FC236}">
                <a16:creationId xmlns:a16="http://schemas.microsoft.com/office/drawing/2014/main" id="{C94046E7-E4D3-3A43-87EF-313C678A10F1}"/>
              </a:ext>
            </a:extLst>
          </p:cNvPr>
          <p:cNvCxnSpPr>
            <a:cxnSpLocks/>
            <a:stCxn id="42" idx="3"/>
            <a:endCxn id="57" idx="1"/>
          </p:cNvCxnSpPr>
          <p:nvPr/>
        </p:nvCxnSpPr>
        <p:spPr>
          <a:xfrm>
            <a:off x="6021502" y="8722793"/>
            <a:ext cx="164640" cy="565169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Google Shape;159;p2">
            <a:extLst>
              <a:ext uri="{FF2B5EF4-FFF2-40B4-BE49-F238E27FC236}">
                <a16:creationId xmlns:a16="http://schemas.microsoft.com/office/drawing/2014/main" id="{B2DDD160-7C21-E675-ADB2-DDD8FA4D5BFC}"/>
              </a:ext>
            </a:extLst>
          </p:cNvPr>
          <p:cNvSpPr txBox="1"/>
          <p:nvPr/>
        </p:nvSpPr>
        <p:spPr>
          <a:xfrm>
            <a:off x="6186142" y="9118705"/>
            <a:ext cx="54487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B7FEEDAC-94B4-5157-914C-477C93F6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>
            <a:extLst>
              <a:ext uri="{FF2B5EF4-FFF2-40B4-BE49-F238E27FC236}">
                <a16:creationId xmlns:a16="http://schemas.microsoft.com/office/drawing/2014/main" id="{259FBFED-8F11-4A77-6D2E-A788339B1D57}"/>
              </a:ext>
            </a:extLst>
          </p:cNvPr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>
              <a:extLst>
                <a:ext uri="{FF2B5EF4-FFF2-40B4-BE49-F238E27FC236}">
                  <a16:creationId xmlns:a16="http://schemas.microsoft.com/office/drawing/2014/main" id="{7178518C-DFE7-0D4D-9AF0-92F5E82BAD1B}"/>
                </a:ext>
              </a:extLst>
            </p:cNvPr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PAGES:05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>
              <a:extLst>
                <a:ext uri="{FF2B5EF4-FFF2-40B4-BE49-F238E27FC236}">
                  <a16:creationId xmlns:a16="http://schemas.microsoft.com/office/drawing/2014/main" id="{246EA4C3-2374-7B05-B44A-FF279D6D3DD8}"/>
                </a:ext>
              </a:extLst>
            </p:cNvPr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04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>
            <a:extLst>
              <a:ext uri="{FF2B5EF4-FFF2-40B4-BE49-F238E27FC236}">
                <a16:creationId xmlns:a16="http://schemas.microsoft.com/office/drawing/2014/main" id="{EDDC0B55-6788-87C2-53BD-C29E583D3FEE}"/>
              </a:ext>
            </a:extLst>
          </p:cNvPr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F1687B3-164E-BAD9-85DB-5929A3859E2D}"/>
              </a:ext>
            </a:extLst>
          </p:cNvPr>
          <p:cNvGrpSpPr/>
          <p:nvPr/>
        </p:nvGrpSpPr>
        <p:grpSpPr>
          <a:xfrm>
            <a:off x="1693079" y="525791"/>
            <a:ext cx="4996377" cy="9760961"/>
            <a:chOff x="1673295" y="776175"/>
            <a:chExt cx="4996377" cy="935741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3C81A23-A51E-D75F-5791-A86D5C0B747E}"/>
                </a:ext>
              </a:extLst>
            </p:cNvPr>
            <p:cNvGrpSpPr/>
            <p:nvPr/>
          </p:nvGrpSpPr>
          <p:grpSpPr>
            <a:xfrm>
              <a:off x="1673295" y="994637"/>
              <a:ext cx="4996377" cy="9138948"/>
              <a:chOff x="1588060" y="-985460"/>
              <a:chExt cx="5145530" cy="9676733"/>
            </a:xfrm>
          </p:grpSpPr>
          <p:grpSp>
            <p:nvGrpSpPr>
              <p:cNvPr id="148" name="Google Shape;148;p2">
                <a:extLst>
                  <a:ext uri="{FF2B5EF4-FFF2-40B4-BE49-F238E27FC236}">
                    <a16:creationId xmlns:a16="http://schemas.microsoft.com/office/drawing/2014/main" id="{EDF6BE1B-7425-8774-BBDF-EC591C5EEB11}"/>
                  </a:ext>
                </a:extLst>
              </p:cNvPr>
              <p:cNvGrpSpPr/>
              <p:nvPr/>
            </p:nvGrpSpPr>
            <p:grpSpPr>
              <a:xfrm>
                <a:off x="1588060" y="-188891"/>
                <a:ext cx="5145530" cy="8880164"/>
                <a:chOff x="374648" y="655923"/>
                <a:chExt cx="6999371" cy="9100596"/>
              </a:xfrm>
            </p:grpSpPr>
            <p:grpSp>
              <p:nvGrpSpPr>
                <p:cNvPr id="149" name="Google Shape;149;p2">
                  <a:extLst>
                    <a:ext uri="{FF2B5EF4-FFF2-40B4-BE49-F238E27FC236}">
                      <a16:creationId xmlns:a16="http://schemas.microsoft.com/office/drawing/2014/main" id="{E030984E-0CCF-D38F-8DD2-56BAA407A0D4}"/>
                    </a:ext>
                  </a:extLst>
                </p:cNvPr>
                <p:cNvGrpSpPr/>
                <p:nvPr/>
              </p:nvGrpSpPr>
              <p:grpSpPr>
                <a:xfrm>
                  <a:off x="374648" y="655923"/>
                  <a:ext cx="6999371" cy="3015026"/>
                  <a:chOff x="473399" y="849951"/>
                  <a:chExt cx="6695073" cy="3207550"/>
                </a:xfrm>
              </p:grpSpPr>
              <p:sp>
                <p:nvSpPr>
                  <p:cNvPr id="150" name="Google Shape;150;p2">
                    <a:extLst>
                      <a:ext uri="{FF2B5EF4-FFF2-40B4-BE49-F238E27FC236}">
                        <a16:creationId xmlns:a16="http://schemas.microsoft.com/office/drawing/2014/main" id="{F0F3AF9C-8DCF-82AC-CA81-DF8A3D72C55A}"/>
                      </a:ext>
                    </a:extLst>
                  </p:cNvPr>
                  <p:cNvSpPr/>
                  <p:nvPr/>
                </p:nvSpPr>
                <p:spPr>
                  <a:xfrm>
                    <a:off x="499907" y="849951"/>
                    <a:ext cx="5617984" cy="898474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STORING, IN THE MEMORY (</a:t>
                    </a:r>
                    <a:r>
                      <a: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203</a:t>
                    </a:r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), THE PLURALITY OF CONFIDENCE VALUES</a:t>
                    </a:r>
                    <a:endParaRPr lang="en-US" sz="160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cxnSp>
                <p:nvCxnSpPr>
                  <p:cNvPr id="151" name="Google Shape;151;p2">
                    <a:extLst>
                      <a:ext uri="{FF2B5EF4-FFF2-40B4-BE49-F238E27FC236}">
                        <a16:creationId xmlns:a16="http://schemas.microsoft.com/office/drawing/2014/main" id="{E4D70581-54D0-F44F-B728-D6D800606AF9}"/>
                      </a:ext>
                    </a:extLst>
                  </p:cNvPr>
                  <p:cNvCxnSpPr>
                    <a:cxnSpLocks/>
                    <a:stCxn id="150" idx="2"/>
                    <a:endCxn id="154" idx="0"/>
                  </p:cNvCxnSpPr>
                  <p:nvPr/>
                </p:nvCxnSpPr>
                <p:spPr>
                  <a:xfrm flipH="1">
                    <a:off x="3295645" y="1748425"/>
                    <a:ext cx="13254" cy="249881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154" name="Google Shape;154;p2">
                    <a:extLst>
                      <a:ext uri="{FF2B5EF4-FFF2-40B4-BE49-F238E27FC236}">
                        <a16:creationId xmlns:a16="http://schemas.microsoft.com/office/drawing/2014/main" id="{55D0A84C-0540-7732-486D-F6102A4C78F0}"/>
                      </a:ext>
                    </a:extLst>
                  </p:cNvPr>
                  <p:cNvSpPr/>
                  <p:nvPr/>
                </p:nvSpPr>
                <p:spPr>
                  <a:xfrm>
                    <a:off x="473399" y="1998306"/>
                    <a:ext cx="5644492" cy="1795191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COMPUTING, BY THE ADAPTIVE MULTI-METRIC FUSION ENGINE (</a:t>
                    </a:r>
                    <a:r>
                      <a: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209</a:t>
                    </a:r>
                    <a:r>
                      <a: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), A RELIABILITY WEIGHTING FOR EACH CONFIDENCE VALUE USING A KALMAN FILTER, AND GENERATING A COMBINED PRESENCE CONFIDENCE SCORE</a:t>
                    </a:r>
                    <a:endParaRPr lang="en-US" sz="160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grpSp>
                <p:nvGrpSpPr>
                  <p:cNvPr id="157" name="Google Shape;157;p2">
                    <a:extLst>
                      <a:ext uri="{FF2B5EF4-FFF2-40B4-BE49-F238E27FC236}">
                        <a16:creationId xmlns:a16="http://schemas.microsoft.com/office/drawing/2014/main" id="{05071AD6-8F08-DCD0-DF1A-816813614A39}"/>
                      </a:ext>
                    </a:extLst>
                  </p:cNvPr>
                  <p:cNvGrpSpPr/>
                  <p:nvPr/>
                </p:nvGrpSpPr>
                <p:grpSpPr>
                  <a:xfrm>
                    <a:off x="6117891" y="2895902"/>
                    <a:ext cx="1043873" cy="1161599"/>
                    <a:chOff x="6110472" y="-1463387"/>
                    <a:chExt cx="1043873" cy="1161599"/>
                  </a:xfrm>
                </p:grpSpPr>
                <p:cxnSp>
                  <p:nvCxnSpPr>
                    <p:cNvPr id="158" name="Google Shape;158;p2">
                      <a:extLst>
                        <a:ext uri="{FF2B5EF4-FFF2-40B4-BE49-F238E27FC236}">
                          <a16:creationId xmlns:a16="http://schemas.microsoft.com/office/drawing/2014/main" id="{FF6B8EBD-8804-93F6-B6DA-CDDC81E76074}"/>
                        </a:ext>
                      </a:extLst>
                    </p:cNvPr>
                    <p:cNvCxnSpPr>
                      <a:cxnSpLocks/>
                      <a:stCxn id="154" idx="3"/>
                      <a:endCxn id="159" idx="1"/>
                    </p:cNvCxnSpPr>
                    <p:nvPr/>
                  </p:nvCxnSpPr>
                  <p:spPr>
                    <a:xfrm>
                      <a:off x="6110472" y="-1463387"/>
                      <a:ext cx="334911" cy="974284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59" name="Google Shape;159;p2">
                      <a:extLst>
                        <a:ext uri="{FF2B5EF4-FFF2-40B4-BE49-F238E27FC236}">
                          <a16:creationId xmlns:a16="http://schemas.microsoft.com/office/drawing/2014/main" id="{7DCCBBBE-D370-CD39-3DB5-902EF78544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5383" y="-676419"/>
                      <a:ext cx="708962" cy="3746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313</a:t>
                      </a:r>
                    </a:p>
                  </p:txBody>
                </p:sp>
              </p:grpSp>
              <p:grpSp>
                <p:nvGrpSpPr>
                  <p:cNvPr id="163" name="Google Shape;163;p2">
                    <a:extLst>
                      <a:ext uri="{FF2B5EF4-FFF2-40B4-BE49-F238E27FC236}">
                        <a16:creationId xmlns:a16="http://schemas.microsoft.com/office/drawing/2014/main" id="{AE8150D5-3086-1415-6F04-1E2DC190A03B}"/>
                      </a:ext>
                    </a:extLst>
                  </p:cNvPr>
                  <p:cNvGrpSpPr/>
                  <p:nvPr/>
                </p:nvGrpSpPr>
                <p:grpSpPr>
                  <a:xfrm>
                    <a:off x="6117891" y="1299188"/>
                    <a:ext cx="1050581" cy="1059671"/>
                    <a:chOff x="6123894" y="-129049"/>
                    <a:chExt cx="1050581" cy="1059671"/>
                  </a:xfrm>
                </p:grpSpPr>
                <p:cxnSp>
                  <p:nvCxnSpPr>
                    <p:cNvPr id="164" name="Google Shape;164;p2">
                      <a:extLst>
                        <a:ext uri="{FF2B5EF4-FFF2-40B4-BE49-F238E27FC236}">
                          <a16:creationId xmlns:a16="http://schemas.microsoft.com/office/drawing/2014/main" id="{1AEE3979-D1C6-A18F-2A30-85867BBC2801}"/>
                        </a:ext>
                      </a:extLst>
                    </p:cNvPr>
                    <p:cNvCxnSpPr>
                      <a:cxnSpLocks/>
                      <a:stCxn id="150" idx="3"/>
                      <a:endCxn id="165" idx="1"/>
                    </p:cNvCxnSpPr>
                    <p:nvPr/>
                  </p:nvCxnSpPr>
                  <p:spPr>
                    <a:xfrm>
                      <a:off x="6123894" y="-129049"/>
                      <a:ext cx="328199" cy="872357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65" name="Google Shape;165;p2">
                      <a:extLst>
                        <a:ext uri="{FF2B5EF4-FFF2-40B4-BE49-F238E27FC236}">
                          <a16:creationId xmlns:a16="http://schemas.microsoft.com/office/drawing/2014/main" id="{D4E6B4D4-8808-7128-346F-616CF78099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52093" y="555992"/>
                      <a:ext cx="722382" cy="374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311</a:t>
                      </a:r>
                    </a:p>
                  </p:txBody>
                </p:sp>
              </p:grpSp>
            </p:grpSp>
            <p:sp>
              <p:nvSpPr>
                <p:cNvPr id="169" name="Google Shape;169;p2">
                  <a:extLst>
                    <a:ext uri="{FF2B5EF4-FFF2-40B4-BE49-F238E27FC236}">
                      <a16:creationId xmlns:a16="http://schemas.microsoft.com/office/drawing/2014/main" id="{EEF9A78C-6249-0691-21FC-AD6F68168E80}"/>
                    </a:ext>
                  </a:extLst>
                </p:cNvPr>
                <p:cNvSpPr txBox="1"/>
                <p:nvPr/>
              </p:nvSpPr>
              <p:spPr>
                <a:xfrm>
                  <a:off x="932657" y="9404374"/>
                  <a:ext cx="1112095" cy="3521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600" b="1" i="0" u="none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FIG.2</a:t>
                  </a:r>
                </a:p>
              </p:txBody>
            </p:sp>
          </p:grpSp>
          <p:cxnSp>
            <p:nvCxnSpPr>
              <p:cNvPr id="3" name="Connector: Curved 2">
                <a:extLst>
                  <a:ext uri="{FF2B5EF4-FFF2-40B4-BE49-F238E27FC236}">
                    <a16:creationId xmlns:a16="http://schemas.microsoft.com/office/drawing/2014/main" id="{634F0C45-3709-E1BB-2689-E0D6210F5D12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 rot="16200000" flipH="1">
                <a:off x="2046138" y="-558529"/>
                <a:ext cx="454709" cy="288076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Google Shape;165;p2">
                <a:extLst>
                  <a:ext uri="{FF2B5EF4-FFF2-40B4-BE49-F238E27FC236}">
                    <a16:creationId xmlns:a16="http://schemas.microsoft.com/office/drawing/2014/main" id="{967AE119-A9E8-3D20-AD4D-508F688D8D0E}"/>
                  </a:ext>
                </a:extLst>
              </p:cNvPr>
              <p:cNvSpPr txBox="1"/>
              <p:nvPr/>
            </p:nvSpPr>
            <p:spPr>
              <a:xfrm>
                <a:off x="1851858" y="-985460"/>
                <a:ext cx="555192" cy="343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600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300</a:t>
                </a:r>
              </a:p>
            </p:txBody>
          </p:sp>
        </p:grpSp>
        <p:cxnSp>
          <p:nvCxnSpPr>
            <p:cNvPr id="29" name="Google Shape;153;p2">
              <a:extLst>
                <a:ext uri="{FF2B5EF4-FFF2-40B4-BE49-F238E27FC236}">
                  <a16:creationId xmlns:a16="http://schemas.microsoft.com/office/drawing/2014/main" id="{6C06D83D-A5CE-C7D1-ED5F-94C8E7C21013}"/>
                </a:ext>
              </a:extLst>
            </p:cNvPr>
            <p:cNvCxnSpPr>
              <a:cxnSpLocks/>
              <a:stCxn id="30" idx="4"/>
              <a:endCxn id="150" idx="0"/>
            </p:cNvCxnSpPr>
            <p:nvPr/>
          </p:nvCxnSpPr>
          <p:spPr>
            <a:xfrm>
              <a:off x="3789362" y="1366214"/>
              <a:ext cx="0" cy="38072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FD10046-3159-0EC6-6C1A-E663DA9FD036}"/>
                </a:ext>
              </a:extLst>
            </p:cNvPr>
            <p:cNvSpPr/>
            <p:nvPr/>
          </p:nvSpPr>
          <p:spPr>
            <a:xfrm>
              <a:off x="3521776" y="776175"/>
              <a:ext cx="535172" cy="59003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21" name="Google Shape;154;p2">
            <a:extLst>
              <a:ext uri="{FF2B5EF4-FFF2-40B4-BE49-F238E27FC236}">
                <a16:creationId xmlns:a16="http://schemas.microsoft.com/office/drawing/2014/main" id="{6789F775-C2E9-EED4-24CA-9BE6AC8F5B40}"/>
              </a:ext>
            </a:extLst>
          </p:cNvPr>
          <p:cNvSpPr/>
          <p:nvPr/>
        </p:nvSpPr>
        <p:spPr>
          <a:xfrm>
            <a:off x="1693078" y="4476166"/>
            <a:ext cx="4212352" cy="126404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TRACKING, BY THE SPATIAL-TEMPORAL IDENTITY TRACKER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 POSITION OF THE DETECTED OCCUPANT ACROSS SUCCESSIVE OBSERVATIONS</a:t>
            </a:r>
            <a:endParaRPr lang="en-US" sz="16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2" name="Google Shape;151;p2">
            <a:extLst>
              <a:ext uri="{FF2B5EF4-FFF2-40B4-BE49-F238E27FC236}">
                <a16:creationId xmlns:a16="http://schemas.microsoft.com/office/drawing/2014/main" id="{F1D51A1E-F7A6-656B-A927-4DFE0114906C}"/>
              </a:ext>
            </a:extLst>
          </p:cNvPr>
          <p:cNvCxnSpPr>
            <a:cxnSpLocks/>
            <a:stCxn id="154" idx="2"/>
            <a:endCxn id="21" idx="0"/>
          </p:cNvCxnSpPr>
          <p:nvPr/>
        </p:nvCxnSpPr>
        <p:spPr>
          <a:xfrm flipH="1">
            <a:off x="3799254" y="4198187"/>
            <a:ext cx="1" cy="2779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158;p2">
            <a:extLst>
              <a:ext uri="{FF2B5EF4-FFF2-40B4-BE49-F238E27FC236}">
                <a16:creationId xmlns:a16="http://schemas.microsoft.com/office/drawing/2014/main" id="{57FCB0B0-583C-7909-B4D8-D5F05BA432EC}"/>
              </a:ext>
            </a:extLst>
          </p:cNvPr>
          <p:cNvCxnSpPr>
            <a:cxnSpLocks/>
            <a:stCxn id="21" idx="3"/>
            <a:endCxn id="35" idx="1"/>
          </p:cNvCxnSpPr>
          <p:nvPr/>
        </p:nvCxnSpPr>
        <p:spPr>
          <a:xfrm>
            <a:off x="5905430" y="5108189"/>
            <a:ext cx="249937" cy="993323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" name="Google Shape;159;p2">
            <a:extLst>
              <a:ext uri="{FF2B5EF4-FFF2-40B4-BE49-F238E27FC236}">
                <a16:creationId xmlns:a16="http://schemas.microsoft.com/office/drawing/2014/main" id="{7C9D407E-68AF-E61D-025E-221583AA1905}"/>
              </a:ext>
            </a:extLst>
          </p:cNvPr>
          <p:cNvSpPr txBox="1"/>
          <p:nvPr/>
        </p:nvSpPr>
        <p:spPr>
          <a:xfrm>
            <a:off x="6155367" y="5932255"/>
            <a:ext cx="52908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315</a:t>
            </a:r>
          </a:p>
        </p:txBody>
      </p:sp>
      <p:sp>
        <p:nvSpPr>
          <p:cNvPr id="40" name="Google Shape;154;p2">
            <a:extLst>
              <a:ext uri="{FF2B5EF4-FFF2-40B4-BE49-F238E27FC236}">
                <a16:creationId xmlns:a16="http://schemas.microsoft.com/office/drawing/2014/main" id="{92856651-6EF0-0ACF-7353-CBC53B0A440E}"/>
              </a:ext>
            </a:extLst>
          </p:cNvPr>
          <p:cNvSpPr/>
          <p:nvPr/>
        </p:nvSpPr>
        <p:spPr>
          <a:xfrm>
            <a:off x="1712860" y="5945066"/>
            <a:ext cx="4192569" cy="203158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VALIDATING, BY THE SPATIAL-TEMPORAL IDENTITY TRACKER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 POSITIONAL OBSERVATION VIA AN ANOMALY DETECTION GATE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405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BY FLAGGING A TELEPORTATION ANOMALY WHERE THE DISPLACEMENT EXCEEDS A PHYSICALLY PLAUSIBLE MOVEMENT THRESHOLD</a:t>
            </a:r>
            <a:endParaRPr lang="en-US" sz="16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1" name="Google Shape;158;p2">
            <a:extLst>
              <a:ext uri="{FF2B5EF4-FFF2-40B4-BE49-F238E27FC236}">
                <a16:creationId xmlns:a16="http://schemas.microsoft.com/office/drawing/2014/main" id="{8330356C-0373-5D1D-1AA4-A371E907D33A}"/>
              </a:ext>
            </a:extLst>
          </p:cNvPr>
          <p:cNvCxnSpPr>
            <a:cxnSpLocks/>
            <a:stCxn id="40" idx="3"/>
            <a:endCxn id="43" idx="1"/>
          </p:cNvCxnSpPr>
          <p:nvPr/>
        </p:nvCxnSpPr>
        <p:spPr>
          <a:xfrm>
            <a:off x="5905429" y="6960859"/>
            <a:ext cx="220138" cy="1192714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" name="Google Shape;159;p2">
            <a:extLst>
              <a:ext uri="{FF2B5EF4-FFF2-40B4-BE49-F238E27FC236}">
                <a16:creationId xmlns:a16="http://schemas.microsoft.com/office/drawing/2014/main" id="{EBE33FBD-6D1A-0A97-72F0-B5F9AD4181DB}"/>
              </a:ext>
            </a:extLst>
          </p:cNvPr>
          <p:cNvSpPr txBox="1"/>
          <p:nvPr/>
        </p:nvSpPr>
        <p:spPr>
          <a:xfrm>
            <a:off x="6125567" y="7984316"/>
            <a:ext cx="52908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317</a:t>
            </a:r>
          </a:p>
        </p:txBody>
      </p:sp>
      <p:cxnSp>
        <p:nvCxnSpPr>
          <p:cNvPr id="47" name="Google Shape;151;p2">
            <a:extLst>
              <a:ext uri="{FF2B5EF4-FFF2-40B4-BE49-F238E27FC236}">
                <a16:creationId xmlns:a16="http://schemas.microsoft.com/office/drawing/2014/main" id="{34F17426-30F5-C537-BF48-B32B3F6327EA}"/>
              </a:ext>
            </a:extLst>
          </p:cNvPr>
          <p:cNvCxnSpPr>
            <a:cxnSpLocks/>
            <a:stCxn id="21" idx="2"/>
            <a:endCxn id="40" idx="0"/>
          </p:cNvCxnSpPr>
          <p:nvPr/>
        </p:nvCxnSpPr>
        <p:spPr>
          <a:xfrm>
            <a:off x="3799254" y="5740212"/>
            <a:ext cx="9891" cy="20485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3" name="Google Shape;154;p2">
            <a:extLst>
              <a:ext uri="{FF2B5EF4-FFF2-40B4-BE49-F238E27FC236}">
                <a16:creationId xmlns:a16="http://schemas.microsoft.com/office/drawing/2014/main" id="{8CEA3017-BB3A-8CF4-4F3B-ABAE61560667}"/>
              </a:ext>
            </a:extLst>
          </p:cNvPr>
          <p:cNvSpPr/>
          <p:nvPr/>
        </p:nvSpPr>
        <p:spPr>
          <a:xfrm>
            <a:off x="1712859" y="8176075"/>
            <a:ext cx="4192570" cy="126404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DETERMINING, BY THE PROCESSOR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 ATTENDANCE DECISION BASED ON THE COMBINED PRESENCE CONFIDENCE SCORE AND THE VALIDATED POSITIONAL OBSERVATION</a:t>
            </a:r>
            <a:endParaRPr lang="en-US" sz="16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75" name="Google Shape;151;p2">
            <a:extLst>
              <a:ext uri="{FF2B5EF4-FFF2-40B4-BE49-F238E27FC236}">
                <a16:creationId xmlns:a16="http://schemas.microsoft.com/office/drawing/2014/main" id="{0FEE4F50-7A95-0F14-98A1-0552338E6938}"/>
              </a:ext>
            </a:extLst>
          </p:cNvPr>
          <p:cNvCxnSpPr>
            <a:cxnSpLocks/>
            <a:stCxn id="40" idx="2"/>
            <a:endCxn id="133" idx="0"/>
          </p:cNvCxnSpPr>
          <p:nvPr/>
        </p:nvCxnSpPr>
        <p:spPr>
          <a:xfrm flipH="1">
            <a:off x="3809144" y="7976652"/>
            <a:ext cx="1" cy="19942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58;p2">
            <a:extLst>
              <a:ext uri="{FF2B5EF4-FFF2-40B4-BE49-F238E27FC236}">
                <a16:creationId xmlns:a16="http://schemas.microsoft.com/office/drawing/2014/main" id="{01B7A688-14AD-B717-C43E-9D4A680841CF}"/>
              </a:ext>
            </a:extLst>
          </p:cNvPr>
          <p:cNvCxnSpPr>
            <a:cxnSpLocks/>
            <a:stCxn id="133" idx="3"/>
            <a:endCxn id="183" idx="1"/>
          </p:cNvCxnSpPr>
          <p:nvPr/>
        </p:nvCxnSpPr>
        <p:spPr>
          <a:xfrm>
            <a:off x="5905429" y="8808098"/>
            <a:ext cx="249938" cy="895364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3" name="Google Shape;159;p2">
            <a:extLst>
              <a:ext uri="{FF2B5EF4-FFF2-40B4-BE49-F238E27FC236}">
                <a16:creationId xmlns:a16="http://schemas.microsoft.com/office/drawing/2014/main" id="{E3EFCC2F-1C3B-E0C6-394D-BCF04DABD079}"/>
              </a:ext>
            </a:extLst>
          </p:cNvPr>
          <p:cNvSpPr txBox="1"/>
          <p:nvPr/>
        </p:nvSpPr>
        <p:spPr>
          <a:xfrm>
            <a:off x="6155367" y="9534205"/>
            <a:ext cx="52908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319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A5918748-7C24-DDDC-F30A-97A6A10CF029}"/>
              </a:ext>
            </a:extLst>
          </p:cNvPr>
          <p:cNvSpPr/>
          <p:nvPr/>
        </p:nvSpPr>
        <p:spPr>
          <a:xfrm>
            <a:off x="3541560" y="9822476"/>
            <a:ext cx="535172" cy="59003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</p:txBody>
      </p:sp>
      <p:cxnSp>
        <p:nvCxnSpPr>
          <p:cNvPr id="192" name="Google Shape;151;p2">
            <a:extLst>
              <a:ext uri="{FF2B5EF4-FFF2-40B4-BE49-F238E27FC236}">
                <a16:creationId xmlns:a16="http://schemas.microsoft.com/office/drawing/2014/main" id="{C9DCF86B-00E4-5371-FB3C-6A8626D9CDBE}"/>
              </a:ext>
            </a:extLst>
          </p:cNvPr>
          <p:cNvCxnSpPr>
            <a:cxnSpLocks/>
            <a:stCxn id="133" idx="2"/>
            <a:endCxn id="191" idx="0"/>
          </p:cNvCxnSpPr>
          <p:nvPr/>
        </p:nvCxnSpPr>
        <p:spPr>
          <a:xfrm>
            <a:off x="3809144" y="9440121"/>
            <a:ext cx="2" cy="3823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782360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64FD56EB-2BC9-D86D-5EC2-872418BC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">
            <a:extLst>
              <a:ext uri="{FF2B5EF4-FFF2-40B4-BE49-F238E27FC236}">
                <a16:creationId xmlns:a16="http://schemas.microsoft.com/office/drawing/2014/main" id="{67EE40B3-F277-E4D4-12D1-066E3E14EFC3}"/>
              </a:ext>
            </a:extLst>
          </p:cNvPr>
          <p:cNvGrpSpPr/>
          <p:nvPr/>
        </p:nvGrpSpPr>
        <p:grpSpPr>
          <a:xfrm>
            <a:off x="4572000" y="18510"/>
            <a:ext cx="2892575" cy="609601"/>
            <a:chOff x="3962400" y="381000"/>
            <a:chExt cx="2179507" cy="609601"/>
          </a:xfrm>
        </p:grpSpPr>
        <p:sp>
          <p:nvSpPr>
            <p:cNvPr id="144" name="Google Shape;144;p2">
              <a:extLst>
                <a:ext uri="{FF2B5EF4-FFF2-40B4-BE49-F238E27FC236}">
                  <a16:creationId xmlns:a16="http://schemas.microsoft.com/office/drawing/2014/main" id="{8D8B0F34-CC0C-857E-98C9-E3BCA65554AB}"/>
                </a:ext>
              </a:extLst>
            </p:cNvPr>
            <p:cNvSpPr txBox="1"/>
            <p:nvPr/>
          </p:nvSpPr>
          <p:spPr>
            <a:xfrm>
              <a:off x="3962400" y="381000"/>
              <a:ext cx="2179507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TOTAL NO. OF PAGES:05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45" name="Google Shape;145;p2">
              <a:extLst>
                <a:ext uri="{FF2B5EF4-FFF2-40B4-BE49-F238E27FC236}">
                  <a16:creationId xmlns:a16="http://schemas.microsoft.com/office/drawing/2014/main" id="{4306BCC3-D84C-3A23-9194-9DC0F347F83B}"/>
                </a:ext>
              </a:extLst>
            </p:cNvPr>
            <p:cNvSpPr txBox="1"/>
            <p:nvPr/>
          </p:nvSpPr>
          <p:spPr>
            <a:xfrm>
              <a:off x="4038599" y="652047"/>
              <a:ext cx="166584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PAGE NO.: 05</a:t>
              </a:r>
              <a:endParaRPr sz="16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46" name="Google Shape;146;p2">
            <a:extLst>
              <a:ext uri="{FF2B5EF4-FFF2-40B4-BE49-F238E27FC236}">
                <a16:creationId xmlns:a16="http://schemas.microsoft.com/office/drawing/2014/main" id="{F3966F58-1D54-44D7-DC67-3A21449D88F7}"/>
              </a:ext>
            </a:extLst>
          </p:cNvPr>
          <p:cNvSpPr txBox="1"/>
          <p:nvPr/>
        </p:nvSpPr>
        <p:spPr>
          <a:xfrm>
            <a:off x="41238" y="66122"/>
            <a:ext cx="326411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OF THE APPLICANT: 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04439F5-7508-FC9B-81A3-659A44465425}"/>
              </a:ext>
            </a:extLst>
          </p:cNvPr>
          <p:cNvGrpSpPr/>
          <p:nvPr/>
        </p:nvGrpSpPr>
        <p:grpSpPr>
          <a:xfrm>
            <a:off x="1693079" y="465717"/>
            <a:ext cx="4991370" cy="9929888"/>
            <a:chOff x="1673295" y="718585"/>
            <a:chExt cx="4991370" cy="951935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55D79F8-E45C-F4F8-B9A0-3F432C76F1E5}"/>
                </a:ext>
              </a:extLst>
            </p:cNvPr>
            <p:cNvGrpSpPr/>
            <p:nvPr/>
          </p:nvGrpSpPr>
          <p:grpSpPr>
            <a:xfrm>
              <a:off x="1673295" y="718585"/>
              <a:ext cx="4991370" cy="9519353"/>
              <a:chOff x="1588060" y="-1277756"/>
              <a:chExt cx="5140374" cy="10079522"/>
            </a:xfrm>
          </p:grpSpPr>
          <p:grpSp>
            <p:nvGrpSpPr>
              <p:cNvPr id="148" name="Google Shape;148;p2">
                <a:extLst>
                  <a:ext uri="{FF2B5EF4-FFF2-40B4-BE49-F238E27FC236}">
                    <a16:creationId xmlns:a16="http://schemas.microsoft.com/office/drawing/2014/main" id="{E73D08FB-D6E7-C7C2-20B8-E19C0CE45BF8}"/>
                  </a:ext>
                </a:extLst>
              </p:cNvPr>
              <p:cNvGrpSpPr/>
              <p:nvPr/>
            </p:nvGrpSpPr>
            <p:grpSpPr>
              <a:xfrm>
                <a:off x="1588060" y="-477938"/>
                <a:ext cx="5140374" cy="9279704"/>
                <a:chOff x="374648" y="359701"/>
                <a:chExt cx="6992358" cy="9510053"/>
              </a:xfrm>
            </p:grpSpPr>
            <p:grpSp>
              <p:nvGrpSpPr>
                <p:cNvPr id="149" name="Google Shape;149;p2">
                  <a:extLst>
                    <a:ext uri="{FF2B5EF4-FFF2-40B4-BE49-F238E27FC236}">
                      <a16:creationId xmlns:a16="http://schemas.microsoft.com/office/drawing/2014/main" id="{DD9D83F7-6FAB-EC01-88D6-11102D420900}"/>
                    </a:ext>
                  </a:extLst>
                </p:cNvPr>
                <p:cNvGrpSpPr/>
                <p:nvPr/>
              </p:nvGrpSpPr>
              <p:grpSpPr>
                <a:xfrm>
                  <a:off x="374648" y="359701"/>
                  <a:ext cx="6992358" cy="4217289"/>
                  <a:chOff x="473399" y="534814"/>
                  <a:chExt cx="6688365" cy="4486583"/>
                </a:xfrm>
              </p:grpSpPr>
              <p:sp>
                <p:nvSpPr>
                  <p:cNvPr id="150" name="Google Shape;150;p2">
                    <a:extLst>
                      <a:ext uri="{FF2B5EF4-FFF2-40B4-BE49-F238E27FC236}">
                        <a16:creationId xmlns:a16="http://schemas.microsoft.com/office/drawing/2014/main" id="{C17CBE41-FAC1-141F-95F7-04B64FCDE8AD}"/>
                      </a:ext>
                    </a:extLst>
                  </p:cNvPr>
                  <p:cNvSpPr/>
                  <p:nvPr/>
                </p:nvSpPr>
                <p:spPr>
                  <a:xfrm>
                    <a:off x="499907" y="534814"/>
                    <a:ext cx="5617984" cy="1919141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600" dirty="0"/>
                      <a:t>GENERATING, BY THE ZERO-KNOWLEDGE PROOF VERIFICATION MODULE (</a:t>
                    </a:r>
                    <a:r>
                      <a:rPr lang="en-US" sz="1600" b="1" dirty="0"/>
                      <a:t>219</a:t>
                    </a:r>
                    <a:r>
                      <a:rPr lang="en-US" sz="1600" dirty="0"/>
                      <a:t>), A ZERO-KNOWLEDGE PROOF CONFIRMING THE ATTENDANCE DECISION WITHOUT DISCLOSING UNDERLYING BIOMETRIC DATA OF THE DETECTED OCCUPANT</a:t>
                    </a:r>
                    <a:endParaRPr lang="en-US" sz="160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cxnSp>
                <p:nvCxnSpPr>
                  <p:cNvPr id="151" name="Google Shape;151;p2">
                    <a:extLst>
                      <a:ext uri="{FF2B5EF4-FFF2-40B4-BE49-F238E27FC236}">
                        <a16:creationId xmlns:a16="http://schemas.microsoft.com/office/drawing/2014/main" id="{773D9287-61A0-B6AA-A96D-7FC521E7AAC0}"/>
                      </a:ext>
                    </a:extLst>
                  </p:cNvPr>
                  <p:cNvCxnSpPr>
                    <a:cxnSpLocks/>
                    <a:stCxn id="150" idx="2"/>
                    <a:endCxn id="154" idx="0"/>
                  </p:cNvCxnSpPr>
                  <p:nvPr/>
                </p:nvCxnSpPr>
                <p:spPr>
                  <a:xfrm flipH="1">
                    <a:off x="3295645" y="2453955"/>
                    <a:ext cx="13254" cy="261727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triangle" w="med" len="med"/>
                  </a:ln>
                </p:spPr>
              </p:cxnSp>
              <p:sp>
                <p:nvSpPr>
                  <p:cNvPr id="154" name="Google Shape;154;p2">
                    <a:extLst>
                      <a:ext uri="{FF2B5EF4-FFF2-40B4-BE49-F238E27FC236}">
                        <a16:creationId xmlns:a16="http://schemas.microsoft.com/office/drawing/2014/main" id="{6B59164A-AE52-2BBE-D20B-12EA0AC641FF}"/>
                      </a:ext>
                    </a:extLst>
                  </p:cNvPr>
                  <p:cNvSpPr/>
                  <p:nvPr/>
                </p:nvSpPr>
                <p:spPr>
                  <a:xfrm>
                    <a:off x="473399" y="2715682"/>
                    <a:ext cx="5644492" cy="2305715"/>
                  </a:xfrm>
                  <a:prstGeom prst="rect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lvl="0" algn="ctr"/>
                    <a:r>
                      <a:rPr lang="en-US" sz="1600" dirty="0"/>
                      <a:t>ACCUMULATING, BY THE BLOCKCHAIN-BACKED AUDIT MODULE (</a:t>
                    </a:r>
                    <a:r>
                      <a:rPr lang="en-US" sz="1600" b="1" dirty="0"/>
                      <a:t>213</a:t>
                    </a:r>
                    <a:r>
                      <a:rPr lang="en-US" sz="1600" dirty="0"/>
                      <a:t>), THE ATTENDANCE DECISION, AND COMMITTING A MERKLE TREE ROOT OF THE SESSION EPOCH TO A DISTRIBUTED LEDGER UPON A TEACHER-CONTROLLED SESSION-TERMINATION ACTION</a:t>
                    </a:r>
                    <a:endParaRPr lang="en-US" sz="1600" i="0" u="none" strike="noStrike" cap="none" dirty="0">
                      <a:solidFill>
                        <a:schemeClr val="dk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endParaRPr>
                  </a:p>
                </p:txBody>
              </p:sp>
              <p:grpSp>
                <p:nvGrpSpPr>
                  <p:cNvPr id="157" name="Google Shape;157;p2">
                    <a:extLst>
                      <a:ext uri="{FF2B5EF4-FFF2-40B4-BE49-F238E27FC236}">
                        <a16:creationId xmlns:a16="http://schemas.microsoft.com/office/drawing/2014/main" id="{1427FDFF-53B4-3FE0-37FD-2CB1EC8AB144}"/>
                      </a:ext>
                    </a:extLst>
                  </p:cNvPr>
                  <p:cNvGrpSpPr/>
                  <p:nvPr/>
                </p:nvGrpSpPr>
                <p:grpSpPr>
                  <a:xfrm>
                    <a:off x="6117891" y="3868539"/>
                    <a:ext cx="1043873" cy="789483"/>
                    <a:chOff x="6110472" y="-490750"/>
                    <a:chExt cx="1043873" cy="789483"/>
                  </a:xfrm>
                </p:grpSpPr>
                <p:cxnSp>
                  <p:nvCxnSpPr>
                    <p:cNvPr id="158" name="Google Shape;158;p2">
                      <a:extLst>
                        <a:ext uri="{FF2B5EF4-FFF2-40B4-BE49-F238E27FC236}">
                          <a16:creationId xmlns:a16="http://schemas.microsoft.com/office/drawing/2014/main" id="{339ADBFD-95E7-2C8F-26E6-831476375A3C}"/>
                        </a:ext>
                      </a:extLst>
                    </p:cNvPr>
                    <p:cNvCxnSpPr>
                      <a:cxnSpLocks/>
                      <a:stCxn id="154" idx="3"/>
                      <a:endCxn id="159" idx="1"/>
                    </p:cNvCxnSpPr>
                    <p:nvPr/>
                  </p:nvCxnSpPr>
                  <p:spPr>
                    <a:xfrm>
                      <a:off x="6110472" y="-490750"/>
                      <a:ext cx="334911" cy="602169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59" name="Google Shape;159;p2">
                      <a:extLst>
                        <a:ext uri="{FF2B5EF4-FFF2-40B4-BE49-F238E27FC236}">
                          <a16:creationId xmlns:a16="http://schemas.microsoft.com/office/drawing/2014/main" id="{9E5A9FDD-7D5C-54EE-36CE-996A5F0ABD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5383" y="-75897"/>
                      <a:ext cx="708962" cy="374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323</a:t>
                      </a:r>
                    </a:p>
                  </p:txBody>
                </p:sp>
              </p:grpSp>
              <p:grpSp>
                <p:nvGrpSpPr>
                  <p:cNvPr id="163" name="Google Shape;163;p2">
                    <a:extLst>
                      <a:ext uri="{FF2B5EF4-FFF2-40B4-BE49-F238E27FC236}">
                        <a16:creationId xmlns:a16="http://schemas.microsoft.com/office/drawing/2014/main" id="{55EEE0C6-E66D-D472-1936-0E8B2E5E92DC}"/>
                      </a:ext>
                    </a:extLst>
                  </p:cNvPr>
                  <p:cNvGrpSpPr/>
                  <p:nvPr/>
                </p:nvGrpSpPr>
                <p:grpSpPr>
                  <a:xfrm>
                    <a:off x="6117891" y="1494385"/>
                    <a:ext cx="1043873" cy="1035179"/>
                    <a:chOff x="6123894" y="66148"/>
                    <a:chExt cx="1043873" cy="1035179"/>
                  </a:xfrm>
                </p:grpSpPr>
                <p:cxnSp>
                  <p:nvCxnSpPr>
                    <p:cNvPr id="164" name="Google Shape;164;p2">
                      <a:extLst>
                        <a:ext uri="{FF2B5EF4-FFF2-40B4-BE49-F238E27FC236}">
                          <a16:creationId xmlns:a16="http://schemas.microsoft.com/office/drawing/2014/main" id="{1DFF76FC-D53B-4CD7-7B9A-33ECA576EE3E}"/>
                        </a:ext>
                      </a:extLst>
                    </p:cNvPr>
                    <p:cNvCxnSpPr>
                      <a:cxnSpLocks/>
                      <a:stCxn id="150" idx="3"/>
                      <a:endCxn id="165" idx="1"/>
                    </p:cNvCxnSpPr>
                    <p:nvPr/>
                  </p:nvCxnSpPr>
                  <p:spPr>
                    <a:xfrm>
                      <a:off x="6123894" y="66148"/>
                      <a:ext cx="321491" cy="847865"/>
                    </a:xfrm>
                    <a:prstGeom prst="curvedConnector3">
                      <a:avLst>
                        <a:gd name="adj1" fmla="val 50000"/>
                      </a:avLst>
                    </a:prstGeom>
                    <a:noFill/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triangle" w="med" len="med"/>
                    </a:ln>
                  </p:spPr>
                </p:cxnSp>
                <p:sp>
                  <p:nvSpPr>
                    <p:cNvPr id="165" name="Google Shape;165;p2">
                      <a:extLst>
                        <a:ext uri="{FF2B5EF4-FFF2-40B4-BE49-F238E27FC236}">
                          <a16:creationId xmlns:a16="http://schemas.microsoft.com/office/drawing/2014/main" id="{277A2C28-EF70-4D9E-C7F1-5071527C3F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5385" y="726697"/>
                      <a:ext cx="722382" cy="37463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600" i="0" u="sng" strike="noStrike" cap="non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321</a:t>
                      </a:r>
                    </a:p>
                  </p:txBody>
                </p:sp>
              </p:grpSp>
            </p:grpSp>
            <p:sp>
              <p:nvSpPr>
                <p:cNvPr id="169" name="Google Shape;169;p2">
                  <a:extLst>
                    <a:ext uri="{FF2B5EF4-FFF2-40B4-BE49-F238E27FC236}">
                      <a16:creationId xmlns:a16="http://schemas.microsoft.com/office/drawing/2014/main" id="{DE111DEC-3ACC-2C86-89FA-D93685B1E74A}"/>
                    </a:ext>
                  </a:extLst>
                </p:cNvPr>
                <p:cNvSpPr txBox="1"/>
                <p:nvPr/>
              </p:nvSpPr>
              <p:spPr>
                <a:xfrm>
                  <a:off x="2782973" y="9517609"/>
                  <a:ext cx="1112095" cy="35214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600" b="1" i="0" u="none" strike="noStrike" cap="none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</a:rPr>
                    <a:t>FIG.2</a:t>
                  </a:r>
                </a:p>
              </p:txBody>
            </p:sp>
          </p:grpSp>
          <p:cxnSp>
            <p:nvCxnSpPr>
              <p:cNvPr id="3" name="Connector: Curved 2">
                <a:extLst>
                  <a:ext uri="{FF2B5EF4-FFF2-40B4-BE49-F238E27FC236}">
                    <a16:creationId xmlns:a16="http://schemas.microsoft.com/office/drawing/2014/main" id="{666E2439-CC77-FEFD-A297-A2AC7A9DAAF6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 rot="16200000" flipH="1">
                <a:off x="2033634" y="-850825"/>
                <a:ext cx="454709" cy="288076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Google Shape;165;p2">
                <a:extLst>
                  <a:ext uri="{FF2B5EF4-FFF2-40B4-BE49-F238E27FC236}">
                    <a16:creationId xmlns:a16="http://schemas.microsoft.com/office/drawing/2014/main" id="{BB1EEC27-A6BD-17FC-4E12-BED5F9FD48FB}"/>
                  </a:ext>
                </a:extLst>
              </p:cNvPr>
              <p:cNvSpPr txBox="1"/>
              <p:nvPr/>
            </p:nvSpPr>
            <p:spPr>
              <a:xfrm>
                <a:off x="1839353" y="-1277756"/>
                <a:ext cx="555192" cy="3436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600" i="0" u="sng" strike="noStrike" cap="none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300</a:t>
                </a:r>
              </a:p>
            </p:txBody>
          </p:sp>
        </p:grpSp>
        <p:cxnSp>
          <p:nvCxnSpPr>
            <p:cNvPr id="29" name="Google Shape;153;p2">
              <a:extLst>
                <a:ext uri="{FF2B5EF4-FFF2-40B4-BE49-F238E27FC236}">
                  <a16:creationId xmlns:a16="http://schemas.microsoft.com/office/drawing/2014/main" id="{3C5E36B2-C6C4-FA10-20D9-BEDCF3EFA686}"/>
                </a:ext>
              </a:extLst>
            </p:cNvPr>
            <p:cNvCxnSpPr>
              <a:cxnSpLocks/>
              <a:stCxn id="30" idx="4"/>
              <a:endCxn id="150" idx="0"/>
            </p:cNvCxnSpPr>
            <p:nvPr/>
          </p:nvCxnSpPr>
          <p:spPr>
            <a:xfrm>
              <a:off x="3789362" y="1366214"/>
              <a:ext cx="0" cy="10774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998E995-E7B1-8D72-D0CE-ED9678BFC265}"/>
                </a:ext>
              </a:extLst>
            </p:cNvPr>
            <p:cNvSpPr/>
            <p:nvPr/>
          </p:nvSpPr>
          <p:spPr>
            <a:xfrm>
              <a:off x="3521776" y="776175"/>
              <a:ext cx="535172" cy="590039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sp>
        <p:nvSpPr>
          <p:cNvPr id="21" name="Google Shape;154;p2">
            <a:extLst>
              <a:ext uri="{FF2B5EF4-FFF2-40B4-BE49-F238E27FC236}">
                <a16:creationId xmlns:a16="http://schemas.microsoft.com/office/drawing/2014/main" id="{FEBF4904-35DB-8D19-A369-1B78B1516873}"/>
              </a:ext>
            </a:extLst>
          </p:cNvPr>
          <p:cNvSpPr/>
          <p:nvPr/>
        </p:nvSpPr>
        <p:spPr>
          <a:xfrm>
            <a:off x="1693078" y="5492082"/>
            <a:ext cx="4212352" cy="72583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600" dirty="0"/>
              <a:t>DISPLAYING, ON THE USER INTERFACE (</a:t>
            </a:r>
            <a:r>
              <a:rPr lang="en-US" sz="1600" b="1" dirty="0"/>
              <a:t>207</a:t>
            </a:r>
            <a:r>
              <a:rPr lang="en-US" sz="1600" dirty="0"/>
              <a:t>), THE ATTENDANCE DECISION</a:t>
            </a:r>
            <a:endParaRPr lang="en-US" sz="16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2" name="Google Shape;151;p2">
            <a:extLst>
              <a:ext uri="{FF2B5EF4-FFF2-40B4-BE49-F238E27FC236}">
                <a16:creationId xmlns:a16="http://schemas.microsoft.com/office/drawing/2014/main" id="{E87BD066-67E5-A77F-06AB-18C264EAB25C}"/>
              </a:ext>
            </a:extLst>
          </p:cNvPr>
          <p:cNvCxnSpPr>
            <a:cxnSpLocks/>
            <a:stCxn id="154" idx="2"/>
            <a:endCxn id="21" idx="0"/>
          </p:cNvCxnSpPr>
          <p:nvPr/>
        </p:nvCxnSpPr>
        <p:spPr>
          <a:xfrm flipH="1">
            <a:off x="3799254" y="5307710"/>
            <a:ext cx="1" cy="1843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" name="Google Shape;158;p2">
            <a:extLst>
              <a:ext uri="{FF2B5EF4-FFF2-40B4-BE49-F238E27FC236}">
                <a16:creationId xmlns:a16="http://schemas.microsoft.com/office/drawing/2014/main" id="{9F3CA021-E0C7-FEA2-2C42-C730BC8A54F7}"/>
              </a:ext>
            </a:extLst>
          </p:cNvPr>
          <p:cNvCxnSpPr>
            <a:cxnSpLocks/>
            <a:stCxn id="21" idx="3"/>
            <a:endCxn id="35" idx="1"/>
          </p:cNvCxnSpPr>
          <p:nvPr/>
        </p:nvCxnSpPr>
        <p:spPr>
          <a:xfrm>
            <a:off x="5905430" y="5855001"/>
            <a:ext cx="220137" cy="60660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" name="Google Shape;159;p2">
            <a:extLst>
              <a:ext uri="{FF2B5EF4-FFF2-40B4-BE49-F238E27FC236}">
                <a16:creationId xmlns:a16="http://schemas.microsoft.com/office/drawing/2014/main" id="{A9F073B5-9512-F717-EDEC-CB1D11202C8A}"/>
              </a:ext>
            </a:extLst>
          </p:cNvPr>
          <p:cNvSpPr txBox="1"/>
          <p:nvPr/>
        </p:nvSpPr>
        <p:spPr>
          <a:xfrm>
            <a:off x="6125567" y="6292349"/>
            <a:ext cx="52908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325</a:t>
            </a:r>
          </a:p>
        </p:txBody>
      </p:sp>
      <p:sp>
        <p:nvSpPr>
          <p:cNvPr id="40" name="Google Shape;154;p2">
            <a:extLst>
              <a:ext uri="{FF2B5EF4-FFF2-40B4-BE49-F238E27FC236}">
                <a16:creationId xmlns:a16="http://schemas.microsoft.com/office/drawing/2014/main" id="{9488B856-A2CB-E975-3299-A387BC264214}"/>
              </a:ext>
            </a:extLst>
          </p:cNvPr>
          <p:cNvSpPr/>
          <p:nvPr/>
        </p:nvSpPr>
        <p:spPr>
          <a:xfrm>
            <a:off x="1712860" y="6482782"/>
            <a:ext cx="4192569" cy="194152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600" dirty="0"/>
              <a:t>PERIODICALLY UPDATING, BY THE FEDERATED LEARNING MODULE (</a:t>
            </a:r>
            <a:r>
              <a:rPr lang="en-US" sz="1600" b="1" dirty="0"/>
              <a:t>221</a:t>
            </a:r>
            <a:r>
              <a:rPr lang="en-US" sz="1600" dirty="0"/>
              <a:t>), A RECOGNITION MODEL ACROSS A PLURALITY OF CLASSROOM DEPLOYMENTS USING ACCUMULATED ATTENDANCE DECISIONS, WITHOUT TRANSMITTING RAW BIOMETRIC DATA TO A CENTRALISED LOCATION</a:t>
            </a:r>
            <a:endParaRPr lang="en-US" sz="16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1" name="Google Shape;158;p2">
            <a:extLst>
              <a:ext uri="{FF2B5EF4-FFF2-40B4-BE49-F238E27FC236}">
                <a16:creationId xmlns:a16="http://schemas.microsoft.com/office/drawing/2014/main" id="{947DA33B-47AE-2B83-7A43-F01F1F84403D}"/>
              </a:ext>
            </a:extLst>
          </p:cNvPr>
          <p:cNvCxnSpPr>
            <a:cxnSpLocks/>
            <a:stCxn id="40" idx="3"/>
            <a:endCxn id="43" idx="1"/>
          </p:cNvCxnSpPr>
          <p:nvPr/>
        </p:nvCxnSpPr>
        <p:spPr>
          <a:xfrm>
            <a:off x="5905429" y="7453542"/>
            <a:ext cx="220138" cy="971494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" name="Google Shape;159;p2">
            <a:extLst>
              <a:ext uri="{FF2B5EF4-FFF2-40B4-BE49-F238E27FC236}">
                <a16:creationId xmlns:a16="http://schemas.microsoft.com/office/drawing/2014/main" id="{099A878B-CEB8-C005-E115-8BBA4941895B}"/>
              </a:ext>
            </a:extLst>
          </p:cNvPr>
          <p:cNvSpPr txBox="1"/>
          <p:nvPr/>
        </p:nvSpPr>
        <p:spPr>
          <a:xfrm>
            <a:off x="6125567" y="8255779"/>
            <a:ext cx="52908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327</a:t>
            </a:r>
          </a:p>
        </p:txBody>
      </p:sp>
      <p:cxnSp>
        <p:nvCxnSpPr>
          <p:cNvPr id="47" name="Google Shape;151;p2">
            <a:extLst>
              <a:ext uri="{FF2B5EF4-FFF2-40B4-BE49-F238E27FC236}">
                <a16:creationId xmlns:a16="http://schemas.microsoft.com/office/drawing/2014/main" id="{FC0A4CD5-1640-6BDA-C93D-A534331D1BC0}"/>
              </a:ext>
            </a:extLst>
          </p:cNvPr>
          <p:cNvCxnSpPr>
            <a:cxnSpLocks/>
            <a:stCxn id="21" idx="2"/>
            <a:endCxn id="40" idx="0"/>
          </p:cNvCxnSpPr>
          <p:nvPr/>
        </p:nvCxnSpPr>
        <p:spPr>
          <a:xfrm>
            <a:off x="3799254" y="6217920"/>
            <a:ext cx="9891" cy="2648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3" name="Google Shape;154;p2">
            <a:extLst>
              <a:ext uri="{FF2B5EF4-FFF2-40B4-BE49-F238E27FC236}">
                <a16:creationId xmlns:a16="http://schemas.microsoft.com/office/drawing/2014/main" id="{E77DA12D-F9C4-DDE2-BA36-4B910F25C11C}"/>
              </a:ext>
            </a:extLst>
          </p:cNvPr>
          <p:cNvSpPr/>
          <p:nvPr/>
        </p:nvSpPr>
        <p:spPr>
          <a:xfrm>
            <a:off x="1712859" y="8608674"/>
            <a:ext cx="4192570" cy="126404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600" dirty="0"/>
              <a:t>VERIFYING, BY THE CRYPTOGRAPHIC MODEL ATTESTATION MODULE (</a:t>
            </a:r>
            <a:r>
              <a:rPr lang="en-US" sz="1600" b="1" dirty="0"/>
              <a:t>223</a:t>
            </a:r>
            <a:r>
              <a:rPr lang="en-US" sz="1600" dirty="0"/>
              <a:t>), AN INTEGRITY OF THE RECOGNITION MODEL PRIOR TO USE OF THE RECOGNITION MODEL</a:t>
            </a:r>
            <a:endParaRPr lang="en-US" sz="16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75" name="Google Shape;151;p2">
            <a:extLst>
              <a:ext uri="{FF2B5EF4-FFF2-40B4-BE49-F238E27FC236}">
                <a16:creationId xmlns:a16="http://schemas.microsoft.com/office/drawing/2014/main" id="{172AD141-91B6-87D8-3CFB-3C8318311700}"/>
              </a:ext>
            </a:extLst>
          </p:cNvPr>
          <p:cNvCxnSpPr>
            <a:cxnSpLocks/>
            <a:stCxn id="40" idx="2"/>
            <a:endCxn id="133" idx="0"/>
          </p:cNvCxnSpPr>
          <p:nvPr/>
        </p:nvCxnSpPr>
        <p:spPr>
          <a:xfrm flipH="1">
            <a:off x="3809144" y="8424302"/>
            <a:ext cx="1" cy="1843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58;p2">
            <a:extLst>
              <a:ext uri="{FF2B5EF4-FFF2-40B4-BE49-F238E27FC236}">
                <a16:creationId xmlns:a16="http://schemas.microsoft.com/office/drawing/2014/main" id="{7FF92361-C75C-E80A-33AD-123CB35FC77A}"/>
              </a:ext>
            </a:extLst>
          </p:cNvPr>
          <p:cNvCxnSpPr>
            <a:cxnSpLocks/>
            <a:stCxn id="133" idx="3"/>
            <a:endCxn id="183" idx="1"/>
          </p:cNvCxnSpPr>
          <p:nvPr/>
        </p:nvCxnSpPr>
        <p:spPr>
          <a:xfrm>
            <a:off x="5905429" y="9240697"/>
            <a:ext cx="249938" cy="46276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3" name="Google Shape;159;p2">
            <a:extLst>
              <a:ext uri="{FF2B5EF4-FFF2-40B4-BE49-F238E27FC236}">
                <a16:creationId xmlns:a16="http://schemas.microsoft.com/office/drawing/2014/main" id="{D0B6D96C-34A8-D40C-361B-03C6238B1589}"/>
              </a:ext>
            </a:extLst>
          </p:cNvPr>
          <p:cNvSpPr txBox="1"/>
          <p:nvPr/>
        </p:nvSpPr>
        <p:spPr>
          <a:xfrm>
            <a:off x="6155367" y="9534205"/>
            <a:ext cx="52908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329</a:t>
            </a:r>
          </a:p>
        </p:txBody>
      </p:sp>
    </p:spTree>
    <p:extLst>
      <p:ext uri="{BB962C8B-B14F-4D97-AF65-F5344CB8AC3E}">
        <p14:creationId xmlns:p14="http://schemas.microsoft.com/office/powerpoint/2010/main" val="207328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554</Words>
  <Application>Microsoft Office PowerPoint</Application>
  <PresentationFormat>Custom</PresentationFormat>
  <Paragraphs>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UDITH NAYAK - 220970029 - MITMPL</dc:creator>
  <cp:lastModifiedBy>Thilak Bangera</cp:lastModifiedBy>
  <cp:revision>210</cp:revision>
  <dcterms:created xsi:type="dcterms:W3CDTF">2024-02-12T12:33:46Z</dcterms:created>
  <dcterms:modified xsi:type="dcterms:W3CDTF">2026-07-20T10:15:48Z</dcterms:modified>
</cp:coreProperties>
</file>